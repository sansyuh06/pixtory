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26.fntdata" ContentType="application/x-fontdata"/>
  <Override PartName="/ppt/fonts/font27.fntdata" ContentType="application/x-fontdata"/>
  <Override PartName="/ppt/fonts/font28.fntdata" ContentType="application/x-fontdata"/>
  <Override PartName="/ppt/fonts/font29.fntdata" ContentType="application/x-fontdata"/>
  <Override PartName="/ppt/fonts/font3.fntdata" ContentType="application/x-fontdata"/>
  <Override PartName="/ppt/fonts/font30.fntdata" ContentType="application/x-fontdata"/>
  <Override PartName="/ppt/fonts/font31.fntdata" ContentType="application/x-fontdata"/>
  <Override PartName="/ppt/fonts/font32.fntdata" ContentType="application/x-fontdata"/>
  <Override PartName="/ppt/fonts/font33.fntdata" ContentType="application/x-fontdata"/>
  <Override PartName="/ppt/fonts/font34.fntdata" ContentType="application/x-fontdata"/>
  <Override PartName="/ppt/fonts/font35.fntdata" ContentType="application/x-fontdata"/>
  <Override PartName="/ppt/fonts/font36.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3"/>
    <p:sldId id="371" r:id="rId4"/>
    <p:sldId id="352" r:id="rId5"/>
    <p:sldId id="353" r:id="rId6"/>
    <p:sldId id="354" r:id="rId7"/>
    <p:sldId id="355" r:id="rId8"/>
    <p:sldId id="356" r:id="rId9"/>
    <p:sldId id="357" r:id="rId10"/>
    <p:sldId id="358" r:id="rId11"/>
    <p:sldId id="359" r:id="rId12"/>
    <p:sldId id="360" r:id="rId13"/>
    <p:sldId id="361" r:id="rId14"/>
    <p:sldId id="363" r:id="rId15"/>
    <p:sldId id="364" r:id="rId16"/>
    <p:sldId id="365" r:id="rId17"/>
    <p:sldId id="366" r:id="rId18"/>
    <p:sldId id="367" r:id="rId19"/>
    <p:sldId id="368" r:id="rId20"/>
    <p:sldId id="369" r:id="rId21"/>
    <p:sldId id="267" r:id="rId22"/>
  </p:sldIdLst>
  <p:sldSz cx="18288000" cy="10287000"/>
  <p:notesSz cx="6858000" cy="9144000"/>
  <p:embeddedFontLs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Bell MT" panose="02020503060305020303" pitchFamily="18" charset="0"/>
      <p:regular r:id="rId35"/>
      <p:bold r:id="rId36"/>
      <p:italic r:id="rId37"/>
    </p:embeddedFont>
    <p:embeddedFont>
      <p:font typeface="Calibri" panose="020F0502020204030204"/>
      <p:regular r:id="rId38"/>
      <p:bold r:id="rId39"/>
      <p:italic r:id="rId40"/>
      <p:boldItalic r:id="rId41"/>
    </p:embeddedFont>
    <p:embeddedFont>
      <p:font typeface="Verdana" panose="020B0604030504040204" pitchFamily="34" charset="0"/>
      <p:regular r:id="rId42"/>
      <p:bold r:id="rId43"/>
      <p:italic r:id="rId44"/>
      <p:boldItalic r:id="rId45"/>
    </p:embeddedFont>
    <p:embeddedFont>
      <p:font typeface="Verdana" panose="020B0604030504040204"/>
      <p:regular r:id="rId46"/>
      <p:bold r:id="rId47"/>
      <p:italic r:id="rId48"/>
      <p:boldItalic r:id="rId49"/>
    </p:embeddedFont>
    <p:embeddedFont>
      <p:font typeface="Montserrat" panose="00000500000000000000" charset="0"/>
      <p:regular r:id="rId50"/>
      <p:bold r:id="rId51"/>
      <p:italic r:id="rId52"/>
      <p:boldItalic r:id="rId53"/>
    </p:embeddedFont>
    <p:embeddedFont>
      <p:font typeface="Raleway"/>
      <p:regular r:id="rId54"/>
      <p:bold r:id="rId55"/>
      <p:italic r:id="rId56"/>
      <p:boldItalic r:id="rId57"/>
    </p:embeddedFont>
    <p:embeddedFont>
      <p:font typeface="Raleway" charset="0"/>
      <p:regular r:id="rId58"/>
      <p:bold r:id="rId59"/>
      <p:italic r:id="rId60"/>
      <p:boldItalic r:id="rId61"/>
    </p:embeddedFont>
    <p:embeddedFont>
      <p:font typeface="Antonio Bold" panose="02000803000000000000" charset="0"/>
      <p:bold r:id="rId62"/>
    </p:embeddedFont>
  </p:embeddedFontLst>
  <p:defaultTextStyle>
    <a:defPPr>
      <a:defRPr lang="en-US"/>
    </a:defPPr>
    <a:lvl1pPr marL="0" lvl="0" indent="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1pPr>
    <a:lvl2pPr marL="455930" lvl="1"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3130" lvl="2"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0330" lvl="3"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7530" lvl="4"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vl6pPr marL="2286000" lvl="5"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6pPr>
    <a:lvl7pPr marL="2743200" lvl="6"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7pPr>
    <a:lvl8pPr marL="3200400" lvl="7"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8pPr>
    <a:lvl9pPr marL="3657600" lvl="8"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9pPr>
  </p:defaultTextStyle>
  <p:extLst>
    <p:ext uri="{EFAFB233-063F-42B5-8137-9DF3F51BA10A}">
      <p15:sldGuideLst xmlns:p15="http://schemas.microsoft.com/office/powerpoint/2012/main">
        <p15:guide id="1" orient="horz" pos="2166" userDrawn="1">
          <p15:clr>
            <a:srgbClr val="A4A3A4"/>
          </p15:clr>
        </p15:guide>
        <p15:guide id="2" pos="2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00000"/>
    <a:srgbClr val="FFFFCC"/>
    <a:srgbClr val="FFFF66"/>
    <a:srgbClr val="CC99FF"/>
    <a:srgbClr val="FF00FF"/>
    <a:srgbClr val="43CEFF"/>
    <a:srgbClr val="387FE8"/>
    <a:srgbClr val="FF9933"/>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896"/>
    <p:restoredTop sz="95179"/>
  </p:normalViewPr>
  <p:slideViewPr>
    <p:cSldViewPr showGuides="1">
      <p:cViewPr varScale="1">
        <p:scale>
          <a:sx n="77" d="100"/>
          <a:sy n="77" d="100"/>
        </p:scale>
        <p:origin x="-396" y="-114"/>
      </p:cViewPr>
      <p:guideLst>
        <p:guide orient="horz" pos="2166"/>
        <p:guide pos="290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font" Target="fonts/font36.fntdata"/><Relationship Id="rId61" Type="http://schemas.openxmlformats.org/officeDocument/2006/relationships/font" Target="fonts/font35.fntdata"/><Relationship Id="rId60" Type="http://schemas.openxmlformats.org/officeDocument/2006/relationships/font" Target="fonts/font34.fntdata"/><Relationship Id="rId6" Type="http://schemas.openxmlformats.org/officeDocument/2006/relationships/slide" Target="slides/slide4.xml"/><Relationship Id="rId59" Type="http://schemas.openxmlformats.org/officeDocument/2006/relationships/font" Target="fonts/font33.fntdata"/><Relationship Id="rId58" Type="http://schemas.openxmlformats.org/officeDocument/2006/relationships/font" Target="fonts/font32.fntdata"/><Relationship Id="rId57" Type="http://schemas.openxmlformats.org/officeDocument/2006/relationships/font" Target="fonts/font31.fntdata"/><Relationship Id="rId56" Type="http://schemas.openxmlformats.org/officeDocument/2006/relationships/font" Target="fonts/font30.fntdata"/><Relationship Id="rId55" Type="http://schemas.openxmlformats.org/officeDocument/2006/relationships/font" Target="fonts/font29.fntdata"/><Relationship Id="rId54" Type="http://schemas.openxmlformats.org/officeDocument/2006/relationships/font" Target="fonts/font28.fntdata"/><Relationship Id="rId53" Type="http://schemas.openxmlformats.org/officeDocument/2006/relationships/font" Target="fonts/font27.fntdata"/><Relationship Id="rId52" Type="http://schemas.openxmlformats.org/officeDocument/2006/relationships/font" Target="fonts/font26.fntdata"/><Relationship Id="rId51" Type="http://schemas.openxmlformats.org/officeDocument/2006/relationships/font" Target="fonts/font25.fntdata"/><Relationship Id="rId50" Type="http://schemas.openxmlformats.org/officeDocument/2006/relationships/font" Target="fonts/font24.fntdata"/><Relationship Id="rId5" Type="http://schemas.openxmlformats.org/officeDocument/2006/relationships/slide" Target="slides/slide3.xml"/><Relationship Id="rId49" Type="http://schemas.openxmlformats.org/officeDocument/2006/relationships/font" Target="fonts/font23.fntdata"/><Relationship Id="rId48" Type="http://schemas.openxmlformats.org/officeDocument/2006/relationships/font" Target="fonts/font22.fntdata"/><Relationship Id="rId47" Type="http://schemas.openxmlformats.org/officeDocument/2006/relationships/font" Target="fonts/font21.fntdata"/><Relationship Id="rId46" Type="http://schemas.openxmlformats.org/officeDocument/2006/relationships/font" Target="fonts/font20.fntdata"/><Relationship Id="rId45" Type="http://schemas.openxmlformats.org/officeDocument/2006/relationships/font" Target="fonts/font19.fntdata"/><Relationship Id="rId44" Type="http://schemas.openxmlformats.org/officeDocument/2006/relationships/font" Target="fonts/font18.fntdata"/><Relationship Id="rId43" Type="http://schemas.openxmlformats.org/officeDocument/2006/relationships/font" Target="fonts/font17.fntdata"/><Relationship Id="rId42" Type="http://schemas.openxmlformats.org/officeDocument/2006/relationships/font" Target="fonts/font16.fntdata"/><Relationship Id="rId41" Type="http://schemas.openxmlformats.org/officeDocument/2006/relationships/font" Target="fonts/font15.fntdata"/><Relationship Id="rId40" Type="http://schemas.openxmlformats.org/officeDocument/2006/relationships/font" Target="fonts/font14.fntdata"/><Relationship Id="rId4" Type="http://schemas.openxmlformats.org/officeDocument/2006/relationships/slide" Target="slides/slide2.xml"/><Relationship Id="rId39" Type="http://schemas.openxmlformats.org/officeDocument/2006/relationships/font" Target="fonts/font13.fntdata"/><Relationship Id="rId38" Type="http://schemas.openxmlformats.org/officeDocument/2006/relationships/font" Target="fonts/font12.fntdata"/><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D344F1D-3325-40CB-A71F-A79307D22CED}" type="doc">
      <dgm:prSet loTypeId="urn:microsoft.com/office/officeart/2005/8/layout/venn2" loCatId="relationship" qsTypeId="urn:microsoft.com/office/officeart/2005/8/quickstyle/simple1" qsCatId="simple" csTypeId="urn:microsoft.com/office/officeart/2005/8/colors/accent6_1" csCatId="accent6" phldr="1"/>
      <dgm:spPr/>
      <dgm:t>
        <a:bodyPr/>
        <a:lstStyle/>
        <a:p>
          <a:endParaRPr lang="en-IN"/>
        </a:p>
      </dgm:t>
    </dgm:pt>
    <dgm:pt modelId="{746B4EF9-BF3A-40BA-AFB2-066011491528}">
      <dgm:prSet phldrT="[Text]"/>
      <dgm:spPr>
        <a:xfrm>
          <a:off x="1391698" y="0"/>
          <a:ext cx="3975621" cy="3975621"/>
        </a:xfrm>
      </dgm:spPr>
      <dgm:t>
        <a:bodyPr/>
        <a:lstStyle/>
        <a:p>
          <a:r>
            <a:rPr lang="en-IN" dirty="0">
              <a:latin typeface="Calibri" panose="020F0502020204030204"/>
              <a:ea typeface="+mn-ea"/>
              <a:cs typeface="+mn-cs"/>
            </a:rPr>
            <a:t>TAM</a:t>
          </a:r>
        </a:p>
      </dgm:t>
    </dgm:pt>
    <dgm:pt modelId="{1954D69E-B74F-4B4C-92A9-ACC18C47A984}" cxnId="{6915F751-B358-4E82-A29A-FC970199FF41}" type="parTrans">
      <dgm:prSet/>
      <dgm:spPr/>
      <dgm:t>
        <a:bodyPr/>
        <a:lstStyle/>
        <a:p>
          <a:endParaRPr lang="en-IN"/>
        </a:p>
      </dgm:t>
    </dgm:pt>
    <dgm:pt modelId="{0B14DF90-4A8A-4E4D-9AD4-5A31ECC3D299}" cxnId="{6915F751-B358-4E82-A29A-FC970199FF41}" type="sibTrans">
      <dgm:prSet/>
      <dgm:spPr/>
      <dgm:t>
        <a:bodyPr/>
        <a:lstStyle/>
        <a:p>
          <a:endParaRPr lang="en-IN"/>
        </a:p>
      </dgm:t>
    </dgm:pt>
    <dgm:pt modelId="{C97EDADC-8ECD-42D4-89AC-847633F19078}">
      <dgm:prSet phldrT="[Text]"/>
      <dgm:spPr>
        <a:xfrm>
          <a:off x="1888651" y="993905"/>
          <a:ext cx="2981715" cy="2981715"/>
        </a:xfrm>
      </dgm:spPr>
      <dgm:t>
        <a:bodyPr/>
        <a:lstStyle/>
        <a:p>
          <a:r>
            <a:rPr lang="en-IN" dirty="0">
              <a:latin typeface="Calibri" panose="020F0502020204030204"/>
              <a:ea typeface="+mn-ea"/>
              <a:cs typeface="+mn-cs"/>
            </a:rPr>
            <a:t>SAM</a:t>
          </a:r>
        </a:p>
      </dgm:t>
    </dgm:pt>
    <dgm:pt modelId="{A3260F69-CA56-4346-A57E-769087C36739}" cxnId="{3DEA3B12-D7FA-440A-BE79-775519D6910A}" type="parTrans">
      <dgm:prSet/>
      <dgm:spPr/>
      <dgm:t>
        <a:bodyPr/>
        <a:lstStyle/>
        <a:p>
          <a:endParaRPr lang="en-IN"/>
        </a:p>
      </dgm:t>
    </dgm:pt>
    <dgm:pt modelId="{5909561E-9CA8-4668-901B-DE46BDCB26D4}" cxnId="{3DEA3B12-D7FA-440A-BE79-775519D6910A}" type="sibTrans">
      <dgm:prSet/>
      <dgm:spPr/>
      <dgm:t>
        <a:bodyPr/>
        <a:lstStyle/>
        <a:p>
          <a:endParaRPr lang="en-IN"/>
        </a:p>
      </dgm:t>
    </dgm:pt>
    <dgm:pt modelId="{E5EFF1E8-ABE4-4362-A50E-B875D125BD96}">
      <dgm:prSet phldrT="[Text]"/>
      <dgm:spPr>
        <a:xfrm>
          <a:off x="2385603" y="1987810"/>
          <a:ext cx="1987810" cy="1987810"/>
        </a:xfrm>
      </dgm:spPr>
      <dgm:t>
        <a:bodyPr/>
        <a:lstStyle/>
        <a:p>
          <a:r>
            <a:rPr lang="en-IN" dirty="0">
              <a:latin typeface="Calibri" panose="020F0502020204030204"/>
              <a:ea typeface="+mn-ea"/>
              <a:cs typeface="+mn-cs"/>
            </a:rPr>
            <a:t>SOM</a:t>
          </a:r>
        </a:p>
      </dgm:t>
    </dgm:pt>
    <dgm:pt modelId="{14B6BEEE-EB27-4CAC-B0EE-383B99B876FC}" cxnId="{154FA2CE-CAB5-4733-8C08-DDAE9106897D}" type="parTrans">
      <dgm:prSet/>
      <dgm:spPr/>
      <dgm:t>
        <a:bodyPr/>
        <a:lstStyle/>
        <a:p>
          <a:endParaRPr lang="en-IN"/>
        </a:p>
      </dgm:t>
    </dgm:pt>
    <dgm:pt modelId="{D5317EF5-6EDB-436F-B2D4-C6A7CD409F02}" cxnId="{154FA2CE-CAB5-4733-8C08-DDAE9106897D}" type="sibTrans">
      <dgm:prSet/>
      <dgm:spPr/>
      <dgm:t>
        <a:bodyPr/>
        <a:lstStyle/>
        <a:p>
          <a:endParaRPr lang="en-IN"/>
        </a:p>
      </dgm:t>
    </dgm:pt>
    <dgm:pt modelId="{F2B9CC1C-BDE6-4CDB-A758-74CC86A3F31F}" type="pres">
      <dgm:prSet presAssocID="{DD344F1D-3325-40CB-A71F-A79307D22CED}" presName="Name0" presStyleCnt="0">
        <dgm:presLayoutVars>
          <dgm:chMax val="7"/>
          <dgm:resizeHandles val="exact"/>
        </dgm:presLayoutVars>
      </dgm:prSet>
      <dgm:spPr/>
      <dgm:t>
        <a:bodyPr/>
        <a:lstStyle/>
        <a:p>
          <a:endParaRPr lang="en-US"/>
        </a:p>
      </dgm:t>
    </dgm:pt>
    <dgm:pt modelId="{8451ED41-C590-464C-8723-134AEB39DBB3}" type="pres">
      <dgm:prSet presAssocID="{DD344F1D-3325-40CB-A71F-A79307D22CED}" presName="comp1" presStyleCnt="0"/>
      <dgm:spPr/>
    </dgm:pt>
    <dgm:pt modelId="{2BE2AAFC-BEAE-481D-B557-81DE68A237F7}" type="pres">
      <dgm:prSet presAssocID="{DD344F1D-3325-40CB-A71F-A79307D22CED}" presName="circle1" presStyleLbl="node1" presStyleIdx="0" presStyleCnt="3"/>
      <dgm:spPr>
        <a:prstGeom prst="ellipse">
          <a:avLst/>
        </a:prstGeom>
      </dgm:spPr>
      <dgm:t>
        <a:bodyPr/>
        <a:lstStyle/>
        <a:p>
          <a:endParaRPr lang="en-US"/>
        </a:p>
      </dgm:t>
    </dgm:pt>
    <dgm:pt modelId="{ED7C1346-0397-438A-9AAD-8BE2335EC6BB}" type="pres">
      <dgm:prSet presAssocID="{DD344F1D-3325-40CB-A71F-A79307D22CED}" presName="c1text" presStyleLbl="node1" presStyleIdx="0" presStyleCnt="3">
        <dgm:presLayoutVars>
          <dgm:bulletEnabled val="1"/>
        </dgm:presLayoutVars>
      </dgm:prSet>
      <dgm:spPr/>
      <dgm:t>
        <a:bodyPr/>
        <a:lstStyle/>
        <a:p>
          <a:endParaRPr lang="en-US"/>
        </a:p>
      </dgm:t>
    </dgm:pt>
    <dgm:pt modelId="{8F11973F-33EE-445B-8E28-2D5EAC0DA289}" type="pres">
      <dgm:prSet presAssocID="{DD344F1D-3325-40CB-A71F-A79307D22CED}" presName="comp2" presStyleCnt="0"/>
      <dgm:spPr/>
    </dgm:pt>
    <dgm:pt modelId="{5783AC22-EAAA-4B02-9505-F9F67BC8F71A}" type="pres">
      <dgm:prSet presAssocID="{DD344F1D-3325-40CB-A71F-A79307D22CED}" presName="circle2" presStyleLbl="node1" presStyleIdx="1" presStyleCnt="3"/>
      <dgm:spPr>
        <a:prstGeom prst="ellipse">
          <a:avLst/>
        </a:prstGeom>
      </dgm:spPr>
      <dgm:t>
        <a:bodyPr/>
        <a:lstStyle/>
        <a:p>
          <a:endParaRPr lang="en-US"/>
        </a:p>
      </dgm:t>
    </dgm:pt>
    <dgm:pt modelId="{4871E181-12FC-48FB-9E74-6BA476466234}" type="pres">
      <dgm:prSet presAssocID="{DD344F1D-3325-40CB-A71F-A79307D22CED}" presName="c2text" presStyleLbl="node1" presStyleIdx="1" presStyleCnt="3">
        <dgm:presLayoutVars>
          <dgm:bulletEnabled val="1"/>
        </dgm:presLayoutVars>
      </dgm:prSet>
      <dgm:spPr/>
      <dgm:t>
        <a:bodyPr/>
        <a:lstStyle/>
        <a:p>
          <a:endParaRPr lang="en-US"/>
        </a:p>
      </dgm:t>
    </dgm:pt>
    <dgm:pt modelId="{901532F9-DC54-486E-8432-B2395DAF1269}" type="pres">
      <dgm:prSet presAssocID="{DD344F1D-3325-40CB-A71F-A79307D22CED}" presName="comp3" presStyleCnt="0"/>
      <dgm:spPr/>
    </dgm:pt>
    <dgm:pt modelId="{0927306A-DE0F-4C43-94ED-305F00916AD7}" type="pres">
      <dgm:prSet presAssocID="{DD344F1D-3325-40CB-A71F-A79307D22CED}" presName="circle3" presStyleLbl="node1" presStyleIdx="2" presStyleCnt="3"/>
      <dgm:spPr>
        <a:prstGeom prst="ellipse">
          <a:avLst/>
        </a:prstGeom>
      </dgm:spPr>
      <dgm:t>
        <a:bodyPr/>
        <a:lstStyle/>
        <a:p>
          <a:endParaRPr lang="en-US"/>
        </a:p>
      </dgm:t>
    </dgm:pt>
    <dgm:pt modelId="{DFA2E1B6-C653-4ECD-AABA-E3551E5267D7}" type="pres">
      <dgm:prSet presAssocID="{DD344F1D-3325-40CB-A71F-A79307D22CED}" presName="c3text" presStyleLbl="node1" presStyleIdx="2" presStyleCnt="3">
        <dgm:presLayoutVars>
          <dgm:bulletEnabled val="1"/>
        </dgm:presLayoutVars>
      </dgm:prSet>
      <dgm:spPr/>
      <dgm:t>
        <a:bodyPr/>
        <a:lstStyle/>
        <a:p>
          <a:endParaRPr lang="en-US"/>
        </a:p>
      </dgm:t>
    </dgm:pt>
  </dgm:ptLst>
  <dgm:cxnLst>
    <dgm:cxn modelId="{6915F751-B358-4E82-A29A-FC970199FF41}" srcId="{DD344F1D-3325-40CB-A71F-A79307D22CED}" destId="{746B4EF9-BF3A-40BA-AFB2-066011491528}" srcOrd="0" destOrd="0" parTransId="{1954D69E-B74F-4B4C-92A9-ACC18C47A984}" sibTransId="{0B14DF90-4A8A-4E4D-9AD4-5A31ECC3D299}"/>
    <dgm:cxn modelId="{3F1A4C1E-76F9-4346-ABBD-9F8D141C8D18}" type="presOf" srcId="{746B4EF9-BF3A-40BA-AFB2-066011491528}" destId="{ED7C1346-0397-438A-9AAD-8BE2335EC6BB}" srcOrd="1" destOrd="0" presId="urn:microsoft.com/office/officeart/2005/8/layout/venn2"/>
    <dgm:cxn modelId="{BE8D9DE2-28F9-4BBC-B267-78973B24CE18}" type="presOf" srcId="{C97EDADC-8ECD-42D4-89AC-847633F19078}" destId="{5783AC22-EAAA-4B02-9505-F9F67BC8F71A}" srcOrd="0" destOrd="0" presId="urn:microsoft.com/office/officeart/2005/8/layout/venn2"/>
    <dgm:cxn modelId="{F4B99129-9B17-4291-BF40-302AAC99CE1C}" type="presOf" srcId="{C97EDADC-8ECD-42D4-89AC-847633F19078}" destId="{4871E181-12FC-48FB-9E74-6BA476466234}" srcOrd="1" destOrd="0" presId="urn:microsoft.com/office/officeart/2005/8/layout/venn2"/>
    <dgm:cxn modelId="{99839C65-B490-4E25-B72F-E0ECC7CD3A99}" type="presOf" srcId="{DD344F1D-3325-40CB-A71F-A79307D22CED}" destId="{F2B9CC1C-BDE6-4CDB-A758-74CC86A3F31F}" srcOrd="0" destOrd="0" presId="urn:microsoft.com/office/officeart/2005/8/layout/venn2"/>
    <dgm:cxn modelId="{154FA2CE-CAB5-4733-8C08-DDAE9106897D}" srcId="{DD344F1D-3325-40CB-A71F-A79307D22CED}" destId="{E5EFF1E8-ABE4-4362-A50E-B875D125BD96}" srcOrd="2" destOrd="0" parTransId="{14B6BEEE-EB27-4CAC-B0EE-383B99B876FC}" sibTransId="{D5317EF5-6EDB-436F-B2D4-C6A7CD409F02}"/>
    <dgm:cxn modelId="{3DEA3B12-D7FA-440A-BE79-775519D6910A}" srcId="{DD344F1D-3325-40CB-A71F-A79307D22CED}" destId="{C97EDADC-8ECD-42D4-89AC-847633F19078}" srcOrd="1" destOrd="0" parTransId="{A3260F69-CA56-4346-A57E-769087C36739}" sibTransId="{5909561E-9CA8-4668-901B-DE46BDCB26D4}"/>
    <dgm:cxn modelId="{A0ED261B-7CA8-4FB9-9395-F4AC7F0A5801}" type="presOf" srcId="{746B4EF9-BF3A-40BA-AFB2-066011491528}" destId="{2BE2AAFC-BEAE-481D-B557-81DE68A237F7}" srcOrd="0" destOrd="0" presId="urn:microsoft.com/office/officeart/2005/8/layout/venn2"/>
    <dgm:cxn modelId="{C4786E7D-ED37-4C94-95B2-80405AF1721C}" type="presOf" srcId="{E5EFF1E8-ABE4-4362-A50E-B875D125BD96}" destId="{DFA2E1B6-C653-4ECD-AABA-E3551E5267D7}" srcOrd="1" destOrd="0" presId="urn:microsoft.com/office/officeart/2005/8/layout/venn2"/>
    <dgm:cxn modelId="{659FB778-FE6E-4A6C-BDEA-6B2DC449275A}" type="presOf" srcId="{E5EFF1E8-ABE4-4362-A50E-B875D125BD96}" destId="{0927306A-DE0F-4C43-94ED-305F00916AD7}" srcOrd="0" destOrd="0" presId="urn:microsoft.com/office/officeart/2005/8/layout/venn2"/>
    <dgm:cxn modelId="{682C7131-C948-4471-B159-A6084C54A1B6}" type="presParOf" srcId="{F2B9CC1C-BDE6-4CDB-A758-74CC86A3F31F}" destId="{8451ED41-C590-464C-8723-134AEB39DBB3}" srcOrd="0" destOrd="0" presId="urn:microsoft.com/office/officeart/2005/8/layout/venn2"/>
    <dgm:cxn modelId="{E2FB1C5B-FFE6-499E-B4E8-80735CB600B0}" type="presParOf" srcId="{8451ED41-C590-464C-8723-134AEB39DBB3}" destId="{2BE2AAFC-BEAE-481D-B557-81DE68A237F7}" srcOrd="0" destOrd="0" presId="urn:microsoft.com/office/officeart/2005/8/layout/venn2"/>
    <dgm:cxn modelId="{27B68E38-FA34-4897-940F-00DA053F0BBE}" type="presParOf" srcId="{8451ED41-C590-464C-8723-134AEB39DBB3}" destId="{ED7C1346-0397-438A-9AAD-8BE2335EC6BB}" srcOrd="1" destOrd="0" presId="urn:microsoft.com/office/officeart/2005/8/layout/venn2"/>
    <dgm:cxn modelId="{299EB77F-35EF-4FA8-81F6-E32B7052E140}" type="presParOf" srcId="{F2B9CC1C-BDE6-4CDB-A758-74CC86A3F31F}" destId="{8F11973F-33EE-445B-8E28-2D5EAC0DA289}" srcOrd="1" destOrd="0" presId="urn:microsoft.com/office/officeart/2005/8/layout/venn2"/>
    <dgm:cxn modelId="{D575103F-7C7C-4374-9E5A-E8300188FC27}" type="presParOf" srcId="{8F11973F-33EE-445B-8E28-2D5EAC0DA289}" destId="{5783AC22-EAAA-4B02-9505-F9F67BC8F71A}" srcOrd="0" destOrd="0" presId="urn:microsoft.com/office/officeart/2005/8/layout/venn2"/>
    <dgm:cxn modelId="{F482A6AE-3352-4828-9A6D-9ADCBD4EBCC5}" type="presParOf" srcId="{8F11973F-33EE-445B-8E28-2D5EAC0DA289}" destId="{4871E181-12FC-48FB-9E74-6BA476466234}" srcOrd="1" destOrd="0" presId="urn:microsoft.com/office/officeart/2005/8/layout/venn2"/>
    <dgm:cxn modelId="{2020C40B-A26C-403A-85A0-E7380FC17D4E}" type="presParOf" srcId="{F2B9CC1C-BDE6-4CDB-A758-74CC86A3F31F}" destId="{901532F9-DC54-486E-8432-B2395DAF1269}" srcOrd="2" destOrd="0" presId="urn:microsoft.com/office/officeart/2005/8/layout/venn2"/>
    <dgm:cxn modelId="{8DD45D17-082D-440F-B7C8-59A5812220BB}" type="presParOf" srcId="{901532F9-DC54-486E-8432-B2395DAF1269}" destId="{0927306A-DE0F-4C43-94ED-305F00916AD7}" srcOrd="0" destOrd="0" presId="urn:microsoft.com/office/officeart/2005/8/layout/venn2"/>
    <dgm:cxn modelId="{DE467130-1370-4CC0-803F-1851DD3DD529}" type="presParOf" srcId="{901532F9-DC54-486E-8432-B2395DAF1269}" destId="{DFA2E1B6-C653-4ECD-AABA-E3551E5267D7}" srcOrd="1" destOrd="0" presId="urn:microsoft.com/office/officeart/2005/8/layout/ven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C08995-0A06-4692-A667-D87FC34CAEDF}" type="doc">
      <dgm:prSet loTypeId="urn:microsoft.com/office/officeart/2005/8/layout/pyramid3" loCatId="pyramid" qsTypeId="urn:microsoft.com/office/officeart/2005/8/quickstyle/simple1" qsCatId="simple" csTypeId="urn:microsoft.com/office/officeart/2005/8/colors/accent2_1" csCatId="accent2" phldr="1"/>
      <dgm:spPr/>
    </dgm:pt>
    <dgm:pt modelId="{1B77F4E2-4054-44C5-8439-BAAC1D809E85}">
      <dgm:prSet phldrT="[Text]" phldr="0" custT="1"/>
      <dgm:spPr/>
      <dgm:t>
        <a:bodyPr vert="horz" wrap="square"/>
        <a:p>
          <a:pPr>
            <a:lnSpc>
              <a:spcPct val="100000"/>
            </a:lnSpc>
            <a:spcBef>
              <a:spcPct val="0"/>
            </a:spcBef>
            <a:spcAft>
              <a:spcPct val="35000"/>
            </a:spcAft>
          </a:pPr>
          <a:r>
            <a:rPr lang="de-DE" sz="1800" b="1" dirty="0">
              <a:latin typeface="+mn-lt"/>
              <a:cs typeface="Arial" panose="020B0604020202020204" pitchFamily="34" charset="0"/>
            </a:rPr>
            <a:t>TARGET MARKET:</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nSpc>
              <a:spcPct val="100000"/>
            </a:lnSpc>
            <a:spcBef>
              <a:spcPct val="0"/>
            </a:spcBef>
            <a:spcAft>
              <a:spcPct val="35000"/>
            </a:spcAft>
          </a:pPr>
          <a:r>
            <a:rPr lang="en-IN" altLang="de-DE" sz="1800" b="1" dirty="0">
              <a:latin typeface="+mn-lt"/>
              <a:cs typeface="Arial" panose="020B0604020202020204" pitchFamily="34" charset="0"/>
            </a:rPr>
            <a:t>st</a:t>
          </a:r>
          <a:r>
            <a:rPr lang="en-IN" altLang="de-DE" sz="1800" b="1" dirty="0">
              <a:latin typeface="+mn-lt"/>
              <a:cs typeface="Arial" panose="020B0604020202020204" pitchFamily="34" charset="0"/>
            </a:rPr>
            <a:t>udents and teachers</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nSpc>
              <a:spcPct val="100000"/>
            </a:lnSpc>
            <a:spcBef>
              <a:spcPct val="0"/>
            </a:spcBef>
            <a:spcAft>
              <a:spcPct val="35000"/>
            </a:spcAft>
          </a:pPr>
          <a:r>
            <a:rPr lang="de-DE" sz="1800" dirty="0">
              <a:latin typeface="+mn-lt"/>
              <a:cs typeface="Arial" panose="020B0604020202020204" pitchFamily="34" charset="0"/>
            </a:rPr>
            <a:t> </a:t>
          </a:r>
          <a:r>
            <a:rPr sz="6500"/>
            <a:t/>
          </a:r>
          <a:endParaRPr sz="6500"/>
        </a:p>
      </dgm:t>
    </dgm:pt>
    <dgm:pt modelId="{C067D827-58D6-4BB7-B862-87652879F687}" cxnId="{6CB04A9F-A788-460E-AC5F-43535A7B0A25}" type="parTrans">
      <dgm:prSet/>
      <dgm:spPr/>
      <dgm:t>
        <a:bodyPr/>
        <a:lstStyle/>
        <a:p>
          <a:endParaRPr lang="de-DE" sz="2400">
            <a:latin typeface="+mn-lt"/>
          </a:endParaRPr>
        </a:p>
      </dgm:t>
    </dgm:pt>
    <dgm:pt modelId="{DCC0FA10-27F4-428E-A55C-7BFE43B8D6A1}" cxnId="{6CB04A9F-A788-460E-AC5F-43535A7B0A25}" type="sibTrans">
      <dgm:prSet/>
      <dgm:spPr/>
      <dgm:t>
        <a:bodyPr/>
        <a:lstStyle/>
        <a:p>
          <a:endParaRPr lang="de-DE" sz="2400">
            <a:latin typeface="+mn-lt"/>
          </a:endParaRPr>
        </a:p>
      </dgm:t>
    </dgm:pt>
    <dgm:pt modelId="{11880C8A-DE3B-4D4A-BB2A-56AB99C538BE}">
      <dgm:prSet phldrT="[Text]" phldr="0" custT="1"/>
      <dgm:spPr/>
      <dgm:t>
        <a:bodyPr vert="horz" wrap="square"/>
        <a:p>
          <a:pPr algn="ctr">
            <a:lnSpc>
              <a:spcPct val="100000"/>
            </a:lnSpc>
            <a:spcBef>
              <a:spcPct val="0"/>
            </a:spcBef>
            <a:spcAft>
              <a:spcPct val="35000"/>
            </a:spcAft>
          </a:pPr>
          <a:r>
            <a:rPr lang="de-DE" sz="1800" b="1" dirty="0">
              <a:latin typeface="+mn-lt"/>
              <a:cs typeface="Arial" panose="020B0604020202020204" pitchFamily="34" charset="0"/>
            </a:rPr>
            <a:t>LEADS:</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100000"/>
            </a:lnSpc>
            <a:spcBef>
              <a:spcPct val="0"/>
            </a:spcBef>
            <a:spcAft>
              <a:spcPct val="35000"/>
            </a:spcAft>
          </a:pPr>
          <a:r>
            <a:rPr lang="en-IN" altLang="de-DE" sz="1800" b="1" dirty="0">
              <a:latin typeface="+mn-lt"/>
              <a:cs typeface="Arial" panose="020B0604020202020204" pitchFamily="34" charset="0"/>
            </a:rPr>
            <a:t>university</a:t>
          </a:r>
          <a:r>
            <a:rPr lang="de-DE" sz="1800" b="1" dirty="0">
              <a:latin typeface="+mn-lt"/>
              <a:cs typeface="Arial" panose="020B0604020202020204" pitchFamily="34" charset="0"/>
            </a:rPr>
            <a:t>  </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100000"/>
            </a:lnSpc>
            <a:spcBef>
              <a:spcPct val="0"/>
            </a:spcBef>
            <a:spcAft>
              <a:spcPct val="35000"/>
            </a:spcAft>
          </a:pPr>
          <a:r>
            <a:rPr lang="de-DE" sz="1800" b="0" dirty="0">
              <a:latin typeface="+mn-lt"/>
              <a:cs typeface="Arial" panose="020B0604020202020204" pitchFamily="34" charset="0"/>
            </a:rPr>
            <a:t/>
          </a:r>
          <a:endParaRPr lang="de-DE" sz="1800" b="0" dirty="0">
            <a:latin typeface="+mn-lt"/>
            <a:cs typeface="Arial" panose="020B0604020202020204" pitchFamily="34" charset="0"/>
          </a:endParaRPr>
        </a:p>
      </dgm:t>
    </dgm:pt>
    <dgm:pt modelId="{ED62723E-6919-451D-A1CC-9607B26064A4}" cxnId="{00D71644-F99E-480D-9640-F4D401FA1E58}" type="parTrans">
      <dgm:prSet/>
      <dgm:spPr/>
      <dgm:t>
        <a:bodyPr/>
        <a:lstStyle/>
        <a:p>
          <a:endParaRPr lang="de-DE" sz="2400">
            <a:latin typeface="+mn-lt"/>
          </a:endParaRPr>
        </a:p>
      </dgm:t>
    </dgm:pt>
    <dgm:pt modelId="{31871C92-E695-4083-AA22-764C465EC697}" cxnId="{00D71644-F99E-480D-9640-F4D401FA1E58}" type="sibTrans">
      <dgm:prSet/>
      <dgm:spPr/>
      <dgm:t>
        <a:bodyPr/>
        <a:lstStyle/>
        <a:p>
          <a:endParaRPr lang="de-DE" sz="2400">
            <a:latin typeface="+mn-lt"/>
          </a:endParaRPr>
        </a:p>
      </dgm:t>
    </dgm:pt>
    <dgm:pt modelId="{89124381-D640-426D-B253-4D1A874C75B4}">
      <dgm:prSet phldrT="[Text]" phldr="0" custT="1"/>
      <dgm:spPr/>
      <dgm:t>
        <a:bodyPr vert="horz" wrap="square"/>
        <a:p>
          <a:pPr algn="ctr">
            <a:lnSpc>
              <a:spcPct val="100000"/>
            </a:lnSpc>
            <a:spcBef>
              <a:spcPct val="0"/>
            </a:spcBef>
            <a:spcAft>
              <a:spcPct val="35000"/>
            </a:spcAft>
          </a:pPr>
          <a:r>
            <a:rPr lang="de-DE" sz="1800" b="1" dirty="0">
              <a:latin typeface="+mn-lt"/>
              <a:cs typeface="Arial" panose="020B0604020202020204" pitchFamily="34" charset="0"/>
            </a:rPr>
            <a:t>OPPORTUNITIES/PROSPECTS:</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100000"/>
            </a:lnSpc>
            <a:spcBef>
              <a:spcPct val="0"/>
            </a:spcBef>
            <a:spcAft>
              <a:spcPct val="35000"/>
            </a:spcAft>
          </a:pPr>
          <a:r>
            <a:rPr lang="en-IN" altLang="de-DE" sz="1800" b="1" dirty="0">
              <a:latin typeface="+mn-lt"/>
              <a:cs typeface="Arial" panose="020B0604020202020204" pitchFamily="34" charset="0"/>
            </a:rPr>
            <a:t>Learnning opportunities</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100000"/>
            </a:lnSpc>
            <a:spcBef>
              <a:spcPct val="0"/>
            </a:spcBef>
            <a:spcAft>
              <a:spcPct val="35000"/>
            </a:spcAft>
          </a:pPr>
          <a:r>
            <a:rPr lang="de-DE" sz="1800" b="0" dirty="0">
              <a:latin typeface="+mn-lt"/>
              <a:cs typeface="Arial" panose="020B0604020202020204" pitchFamily="34" charset="0"/>
            </a:rPr>
            <a:t/>
          </a:r>
          <a:endParaRPr lang="de-DE" sz="1800" b="0" dirty="0">
            <a:latin typeface="+mn-lt"/>
            <a:cs typeface="Arial" panose="020B0604020202020204" pitchFamily="34" charset="0"/>
          </a:endParaRPr>
        </a:p>
      </dgm:t>
    </dgm:pt>
    <dgm:pt modelId="{E7A18DAA-BC05-4839-9C1F-A64F22600D8C}" cxnId="{EC53502F-479D-4770-83CC-2423203186D2}" type="parTrans">
      <dgm:prSet/>
      <dgm:spPr/>
      <dgm:t>
        <a:bodyPr/>
        <a:lstStyle/>
        <a:p>
          <a:endParaRPr lang="de-DE" sz="2400">
            <a:latin typeface="+mn-lt"/>
          </a:endParaRPr>
        </a:p>
      </dgm:t>
    </dgm:pt>
    <dgm:pt modelId="{5B0535CC-E61B-420F-921D-62F4C85520B5}" cxnId="{EC53502F-479D-4770-83CC-2423203186D2}" type="sibTrans">
      <dgm:prSet/>
      <dgm:spPr/>
      <dgm:t>
        <a:bodyPr/>
        <a:lstStyle/>
        <a:p>
          <a:endParaRPr lang="de-DE" sz="2400">
            <a:latin typeface="+mn-lt"/>
          </a:endParaRPr>
        </a:p>
      </dgm:t>
    </dgm:pt>
    <dgm:pt modelId="{D4302C08-0B0E-4DFF-B831-670196B8A703}">
      <dgm:prSet phldrT="[Text]" phldr="0" custT="1"/>
      <dgm:spPr/>
      <dgm:t>
        <a:bodyPr vert="horz" wrap="square"/>
        <a:p>
          <a:pPr algn="ctr">
            <a:lnSpc>
              <a:spcPct val="100000"/>
            </a:lnSpc>
            <a:spcBef>
              <a:spcPct val="0"/>
            </a:spcBef>
            <a:spcAft>
              <a:spcPct val="35000"/>
            </a:spcAft>
          </a:pPr>
          <a:r>
            <a:rPr lang="de-DE" sz="1800" b="1" dirty="0">
              <a:latin typeface="+mn-lt"/>
              <a:cs typeface="Arial" panose="020B0604020202020204" pitchFamily="34" charset="0"/>
            </a:rPr>
            <a:t>CUSTOMER:</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100000"/>
            </a:lnSpc>
            <a:spcBef>
              <a:spcPct val="0"/>
            </a:spcBef>
            <a:spcAft>
              <a:spcPct val="35000"/>
            </a:spcAft>
          </a:pPr>
          <a:r>
            <a:rPr lang="en-IN" altLang="de-DE" sz="1800" b="1" dirty="0">
              <a:latin typeface="+mn-lt"/>
              <a:cs typeface="Arial" panose="020B0604020202020204" pitchFamily="34" charset="0"/>
            </a:rPr>
            <a:t>students</a:t>
          </a:r>
          <a:r>
            <a:rPr lang="de-DE" sz="1800" b="1" dirty="0">
              <a:latin typeface="+mn-lt"/>
              <a:cs typeface="Arial" panose="020B0604020202020204" pitchFamily="34" charset="0"/>
            </a:rPr>
            <a:t/>
          </a:r>
          <a:endParaRPr lang="de-DE" sz="1800" b="1" dirty="0">
            <a:latin typeface="+mn-lt"/>
            <a:cs typeface="Arial" panose="020B0604020202020204" pitchFamily="34" charset="0"/>
          </a:endParaRPr>
        </a:p>
        <a:p>
          <a:pPr algn="ctr">
            <a:lnSpc>
              <a:spcPct val="90000"/>
            </a:lnSpc>
            <a:spcBef>
              <a:spcPct val="0"/>
            </a:spcBef>
            <a:spcAft>
              <a:spcPct val="35000"/>
            </a:spcAft>
          </a:pPr>
          <a:r>
            <a:rPr lang="de-DE" sz="1800" dirty="0">
              <a:latin typeface="+mn-lt"/>
              <a:cs typeface="Arial" panose="020B0604020202020204" pitchFamily="34" charset="0"/>
            </a:rPr>
            <a:t/>
          </a:r>
          <a:endParaRPr lang="de-DE" sz="1800" dirty="0">
            <a:latin typeface="+mn-lt"/>
            <a:cs typeface="Arial" panose="020B0604020202020204" pitchFamily="34" charset="0"/>
          </a:endParaRPr>
        </a:p>
      </dgm:t>
    </dgm:pt>
    <dgm:pt modelId="{34BF3499-FD55-441F-AF06-BBB55804704C}" cxnId="{9B45A772-CE3F-467B-BBE2-BE1283497952}" type="parTrans">
      <dgm:prSet/>
      <dgm:spPr/>
      <dgm:t>
        <a:bodyPr/>
        <a:lstStyle/>
        <a:p>
          <a:endParaRPr lang="de-DE" sz="2400">
            <a:latin typeface="+mn-lt"/>
          </a:endParaRPr>
        </a:p>
      </dgm:t>
    </dgm:pt>
    <dgm:pt modelId="{95A280FD-9DD1-42AB-82EC-4058973521FC}" cxnId="{9B45A772-CE3F-467B-BBE2-BE1283497952}" type="sibTrans">
      <dgm:prSet/>
      <dgm:spPr/>
      <dgm:t>
        <a:bodyPr/>
        <a:lstStyle/>
        <a:p>
          <a:endParaRPr lang="de-DE" sz="2400">
            <a:latin typeface="+mn-lt"/>
          </a:endParaRPr>
        </a:p>
      </dgm:t>
    </dgm:pt>
    <dgm:pt modelId="{D8783527-D5E7-4F04-B0F3-E1AEFA6F2585}" type="pres">
      <dgm:prSet presAssocID="{68C08995-0A06-4692-A667-D87FC34CAEDF}" presName="Name0" presStyleCnt="0">
        <dgm:presLayoutVars>
          <dgm:dir/>
          <dgm:animLvl val="lvl"/>
          <dgm:resizeHandles val="exact"/>
        </dgm:presLayoutVars>
      </dgm:prSet>
      <dgm:spPr/>
    </dgm:pt>
    <dgm:pt modelId="{0AC996AF-C876-4ABA-893C-DD32AC8BC5F9}" type="pres">
      <dgm:prSet presAssocID="{1B77F4E2-4054-44C5-8439-BAAC1D809E85}" presName="Name8" presStyleCnt="0"/>
      <dgm:spPr/>
    </dgm:pt>
    <dgm:pt modelId="{7C2B6F5A-5F5A-42A7-BB03-8526EC8ECB0E}" type="pres">
      <dgm:prSet presAssocID="{1B77F4E2-4054-44C5-8439-BAAC1D809E85}" presName="level" presStyleLbl="node1" presStyleIdx="0" presStyleCnt="4" custLinFactNeighborX="-63949" custLinFactNeighborY="3106">
        <dgm:presLayoutVars>
          <dgm:chMax val="1"/>
          <dgm:bulletEnabled val="1"/>
        </dgm:presLayoutVars>
      </dgm:prSet>
      <dgm:spPr/>
    </dgm:pt>
    <dgm:pt modelId="{60E5429C-6DFB-41DC-A7D6-2B3DF2243655}" type="pres">
      <dgm:prSet presAssocID="{1B77F4E2-4054-44C5-8439-BAAC1D809E85}" presName="levelTx" presStyleCnt="0">
        <dgm:presLayoutVars>
          <dgm:chMax val="1"/>
          <dgm:bulletEnabled val="1"/>
        </dgm:presLayoutVars>
      </dgm:prSet>
      <dgm:spPr/>
    </dgm:pt>
    <dgm:pt modelId="{CFBD61D2-733F-48B8-B975-93303805372D}" type="pres">
      <dgm:prSet presAssocID="{11880C8A-DE3B-4D4A-BB2A-56AB99C538BE}" presName="Name8" presStyleCnt="0"/>
      <dgm:spPr/>
    </dgm:pt>
    <dgm:pt modelId="{E7BA9A3F-62F1-4C8A-9110-30A46B9CC3D7}" type="pres">
      <dgm:prSet presAssocID="{11880C8A-DE3B-4D4A-BB2A-56AB99C538BE}" presName="level" presStyleLbl="node1" presStyleIdx="1" presStyleCnt="4">
        <dgm:presLayoutVars>
          <dgm:chMax val="1"/>
          <dgm:bulletEnabled val="1"/>
        </dgm:presLayoutVars>
      </dgm:prSet>
      <dgm:spPr/>
    </dgm:pt>
    <dgm:pt modelId="{C3CAF407-6D4B-4D01-83B9-AA702E086A23}" type="pres">
      <dgm:prSet presAssocID="{11880C8A-DE3B-4D4A-BB2A-56AB99C538BE}" presName="levelTx" presStyleCnt="0">
        <dgm:presLayoutVars>
          <dgm:chMax val="1"/>
          <dgm:bulletEnabled val="1"/>
        </dgm:presLayoutVars>
      </dgm:prSet>
      <dgm:spPr/>
    </dgm:pt>
    <dgm:pt modelId="{92629B2F-F5EF-490D-9F78-E72B81C8853D}" type="pres">
      <dgm:prSet presAssocID="{89124381-D640-426D-B253-4D1A874C75B4}" presName="Name8" presStyleCnt="0"/>
      <dgm:spPr/>
    </dgm:pt>
    <dgm:pt modelId="{DE969564-BBE0-4263-AB30-F2604A7E43AA}" type="pres">
      <dgm:prSet presAssocID="{89124381-D640-426D-B253-4D1A874C75B4}" presName="level" presStyleLbl="node1" presStyleIdx="2" presStyleCnt="4" custScaleY="162146" custLinFactNeighborX="-160" custLinFactNeighborY="-888">
        <dgm:presLayoutVars>
          <dgm:chMax val="1"/>
          <dgm:bulletEnabled val="1"/>
        </dgm:presLayoutVars>
      </dgm:prSet>
      <dgm:spPr/>
    </dgm:pt>
    <dgm:pt modelId="{F194EA57-6578-4F08-8E05-068A297086B1}" type="pres">
      <dgm:prSet presAssocID="{89124381-D640-426D-B253-4D1A874C75B4}" presName="levelTx" presStyleCnt="0">
        <dgm:presLayoutVars>
          <dgm:chMax val="1"/>
          <dgm:bulletEnabled val="1"/>
        </dgm:presLayoutVars>
      </dgm:prSet>
      <dgm:spPr/>
    </dgm:pt>
    <dgm:pt modelId="{FB8D457D-B452-4DE6-AF3A-0A701F05EF3B}" type="pres">
      <dgm:prSet presAssocID="{D4302C08-0B0E-4DFF-B831-670196B8A703}" presName="Name8" presStyleCnt="0"/>
      <dgm:spPr/>
    </dgm:pt>
    <dgm:pt modelId="{39C83C79-88BF-48E6-B687-122D3FA17668}" type="pres">
      <dgm:prSet presAssocID="{D4302C08-0B0E-4DFF-B831-670196B8A703}" presName="level" presStyleLbl="node1" presStyleIdx="3" presStyleCnt="4" custScaleY="187455">
        <dgm:presLayoutVars>
          <dgm:chMax val="1"/>
          <dgm:bulletEnabled val="1"/>
        </dgm:presLayoutVars>
      </dgm:prSet>
      <dgm:spPr/>
    </dgm:pt>
    <dgm:pt modelId="{0F60B76B-398B-45B6-9BE6-BDA64C0F093D}" type="pres">
      <dgm:prSet presAssocID="{D4302C08-0B0E-4DFF-B831-670196B8A703}" presName="levelTx" presStyleCnt="0">
        <dgm:presLayoutVars>
          <dgm:chMax val="1"/>
          <dgm:bulletEnabled val="1"/>
        </dgm:presLayoutVars>
      </dgm:prSet>
      <dgm:spPr/>
    </dgm:pt>
  </dgm:ptLst>
  <dgm:cxnLst>
    <dgm:cxn modelId="{6CB04A9F-A788-460E-AC5F-43535A7B0A25}" srcId="{68C08995-0A06-4692-A667-D87FC34CAEDF}" destId="{1B77F4E2-4054-44C5-8439-BAAC1D809E85}" srcOrd="0" destOrd="0" parTransId="{C067D827-58D6-4BB7-B862-87652879F687}" sibTransId="{DCC0FA10-27F4-428E-A55C-7BFE43B8D6A1}"/>
    <dgm:cxn modelId="{00D71644-F99E-480D-9640-F4D401FA1E58}" srcId="{68C08995-0A06-4692-A667-D87FC34CAEDF}" destId="{11880C8A-DE3B-4D4A-BB2A-56AB99C538BE}" srcOrd="1" destOrd="0" parTransId="{ED62723E-6919-451D-A1CC-9607B26064A4}" sibTransId="{31871C92-E695-4083-AA22-764C465EC697}"/>
    <dgm:cxn modelId="{EC53502F-479D-4770-83CC-2423203186D2}" srcId="{68C08995-0A06-4692-A667-D87FC34CAEDF}" destId="{89124381-D640-426D-B253-4D1A874C75B4}" srcOrd="2" destOrd="0" parTransId="{E7A18DAA-BC05-4839-9C1F-A64F22600D8C}" sibTransId="{5B0535CC-E61B-420F-921D-62F4C85520B5}"/>
    <dgm:cxn modelId="{9B45A772-CE3F-467B-BBE2-BE1283497952}" srcId="{68C08995-0A06-4692-A667-D87FC34CAEDF}" destId="{D4302C08-0B0E-4DFF-B831-670196B8A703}" srcOrd="3" destOrd="0" parTransId="{34BF3499-FD55-441F-AF06-BBB55804704C}" sibTransId="{95A280FD-9DD1-42AB-82EC-4058973521FC}"/>
    <dgm:cxn modelId="{A9C1B262-7C85-402F-BB55-0E265B3A0CB0}" type="presOf" srcId="{68C08995-0A06-4692-A667-D87FC34CAEDF}" destId="{D8783527-D5E7-4F04-B0F3-E1AEFA6F2585}" srcOrd="0" destOrd="0" presId="urn:microsoft.com/office/officeart/2005/8/layout/pyramid3"/>
    <dgm:cxn modelId="{31CF1204-DD47-4EDD-A0CE-0AF1B1754448}" type="presParOf" srcId="{D8783527-D5E7-4F04-B0F3-E1AEFA6F2585}" destId="{0AC996AF-C876-4ABA-893C-DD32AC8BC5F9}" srcOrd="0" destOrd="0" presId="urn:microsoft.com/office/officeart/2005/8/layout/pyramid3"/>
    <dgm:cxn modelId="{65AFE16A-E39F-432C-85C5-96F5F0CD8484}" type="presParOf" srcId="{0AC996AF-C876-4ABA-893C-DD32AC8BC5F9}" destId="{7C2B6F5A-5F5A-42A7-BB03-8526EC8ECB0E}" srcOrd="0" destOrd="0" presId="urn:microsoft.com/office/officeart/2005/8/layout/pyramid3"/>
    <dgm:cxn modelId="{048823E4-1A68-4450-890E-A069AB2E744E}" type="presOf" srcId="{1B77F4E2-4054-44C5-8439-BAAC1D809E85}" destId="{7C2B6F5A-5F5A-42A7-BB03-8526EC8ECB0E}" srcOrd="0" destOrd="0" presId="urn:microsoft.com/office/officeart/2005/8/layout/pyramid3"/>
    <dgm:cxn modelId="{E2DE37A1-62BC-4E4B-92D0-916768A75BF8}" type="presParOf" srcId="{0AC996AF-C876-4ABA-893C-DD32AC8BC5F9}" destId="{60E5429C-6DFB-41DC-A7D6-2B3DF2243655}" srcOrd="1" destOrd="0" presId="urn:microsoft.com/office/officeart/2005/8/layout/pyramid3"/>
    <dgm:cxn modelId="{BF6F7BE9-0FF2-4375-A509-72E099337B00}" type="presOf" srcId="{1B77F4E2-4054-44C5-8439-BAAC1D809E85}" destId="{60E5429C-6DFB-41DC-A7D6-2B3DF2243655}" srcOrd="1" destOrd="0" presId="urn:microsoft.com/office/officeart/2005/8/layout/pyramid3"/>
    <dgm:cxn modelId="{1FE496E6-390C-407C-A08D-8E29511B06D3}" type="presParOf" srcId="{D8783527-D5E7-4F04-B0F3-E1AEFA6F2585}" destId="{CFBD61D2-733F-48B8-B975-93303805372D}" srcOrd="1" destOrd="0" presId="urn:microsoft.com/office/officeart/2005/8/layout/pyramid3"/>
    <dgm:cxn modelId="{171B9089-D1E2-4928-B3AA-742584CBF2AF}" type="presParOf" srcId="{CFBD61D2-733F-48B8-B975-93303805372D}" destId="{E7BA9A3F-62F1-4C8A-9110-30A46B9CC3D7}" srcOrd="0" destOrd="1" presId="urn:microsoft.com/office/officeart/2005/8/layout/pyramid3"/>
    <dgm:cxn modelId="{B15EAAA0-7868-43C3-A34E-3FB5CE216FFB}" type="presOf" srcId="{11880C8A-DE3B-4D4A-BB2A-56AB99C538BE}" destId="{E7BA9A3F-62F1-4C8A-9110-30A46B9CC3D7}" srcOrd="0" destOrd="0" presId="urn:microsoft.com/office/officeart/2005/8/layout/pyramid3"/>
    <dgm:cxn modelId="{F44C54A8-B60A-4727-9005-8AF041BD5D16}" type="presParOf" srcId="{CFBD61D2-733F-48B8-B975-93303805372D}" destId="{C3CAF407-6D4B-4D01-83B9-AA702E086A23}" srcOrd="1" destOrd="1" presId="urn:microsoft.com/office/officeart/2005/8/layout/pyramid3"/>
    <dgm:cxn modelId="{BC2F59E0-3F25-4EC2-9C9E-76EE3A00E36D}" type="presOf" srcId="{11880C8A-DE3B-4D4A-BB2A-56AB99C538BE}" destId="{C3CAF407-6D4B-4D01-83B9-AA702E086A23}" srcOrd="1" destOrd="0" presId="urn:microsoft.com/office/officeart/2005/8/layout/pyramid3"/>
    <dgm:cxn modelId="{5C01BE33-4F7F-4C94-AB63-85CC9A833FD7}" type="presParOf" srcId="{D8783527-D5E7-4F04-B0F3-E1AEFA6F2585}" destId="{92629B2F-F5EF-490D-9F78-E72B81C8853D}" srcOrd="2" destOrd="0" presId="urn:microsoft.com/office/officeart/2005/8/layout/pyramid3"/>
    <dgm:cxn modelId="{7B709E3D-0B09-47A7-9047-F0ECF9E4193F}" type="presParOf" srcId="{92629B2F-F5EF-490D-9F78-E72B81C8853D}" destId="{DE969564-BBE0-4263-AB30-F2604A7E43AA}" srcOrd="0" destOrd="2" presId="urn:microsoft.com/office/officeart/2005/8/layout/pyramid3"/>
    <dgm:cxn modelId="{93D07B5D-0118-4FF9-907E-C6C02A97DD57}" type="presOf" srcId="{89124381-D640-426D-B253-4D1A874C75B4}" destId="{DE969564-BBE0-4263-AB30-F2604A7E43AA}" srcOrd="0" destOrd="0" presId="urn:microsoft.com/office/officeart/2005/8/layout/pyramid3"/>
    <dgm:cxn modelId="{2333B754-7FDC-4418-AA6E-70CF3DF33C51}" type="presParOf" srcId="{92629B2F-F5EF-490D-9F78-E72B81C8853D}" destId="{F194EA57-6578-4F08-8E05-068A297086B1}" srcOrd="1" destOrd="2" presId="urn:microsoft.com/office/officeart/2005/8/layout/pyramid3"/>
    <dgm:cxn modelId="{8A646E42-071D-4DE4-814E-701EE040D4B0}" type="presOf" srcId="{89124381-D640-426D-B253-4D1A874C75B4}" destId="{F194EA57-6578-4F08-8E05-068A297086B1}" srcOrd="1" destOrd="0" presId="urn:microsoft.com/office/officeart/2005/8/layout/pyramid3"/>
    <dgm:cxn modelId="{FB29706B-38D9-49E7-8F22-756DF6BD598A}" type="presParOf" srcId="{D8783527-D5E7-4F04-B0F3-E1AEFA6F2585}" destId="{FB8D457D-B452-4DE6-AF3A-0A701F05EF3B}" srcOrd="3" destOrd="0" presId="urn:microsoft.com/office/officeart/2005/8/layout/pyramid3"/>
    <dgm:cxn modelId="{C298E9EE-77BF-49FC-A9FF-89FF6CE9FCA5}" type="presParOf" srcId="{FB8D457D-B452-4DE6-AF3A-0A701F05EF3B}" destId="{39C83C79-88BF-48E6-B687-122D3FA17668}" srcOrd="0" destOrd="3" presId="urn:microsoft.com/office/officeart/2005/8/layout/pyramid3"/>
    <dgm:cxn modelId="{4F3BF895-BBC5-45BE-ACC1-4956B08FF985}" type="presOf" srcId="{D4302C08-0B0E-4DFF-B831-670196B8A703}" destId="{39C83C79-88BF-48E6-B687-122D3FA17668}" srcOrd="0" destOrd="0" presId="urn:microsoft.com/office/officeart/2005/8/layout/pyramid3"/>
    <dgm:cxn modelId="{D649D482-7C22-4F6D-B30F-AACC94CB59B8}" type="presParOf" srcId="{FB8D457D-B452-4DE6-AF3A-0A701F05EF3B}" destId="{0F60B76B-398B-45B6-9BE6-BDA64C0F093D}" srcOrd="1" destOrd="3" presId="urn:microsoft.com/office/officeart/2005/8/layout/pyramid3"/>
    <dgm:cxn modelId="{F33A704F-B926-4CF3-955E-7BBE793293AD}" type="presOf" srcId="{D4302C08-0B0E-4DFF-B831-670196B8A703}" destId="{0F60B76B-398B-45B6-9BE6-BDA64C0F093D}"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481650" cy="5481650"/>
        <a:chOff x="0" y="0"/>
        <a:chExt cx="5481650" cy="5481650"/>
      </a:xfrm>
    </dsp:grpSpPr>
    <dsp:sp modelId="{2BE2AAFC-BEAE-481D-B557-81DE68A237F7}">
      <dsp:nvSpPr>
        <dsp:cNvPr id="3" name="Oval 2"/>
        <dsp:cNvSpPr/>
      </dsp:nvSpPr>
      <dsp:spPr bwMode="white">
        <a:xfrm>
          <a:off x="626909" y="0"/>
          <a:ext cx="5481650" cy="5481650"/>
        </a:xfrm>
        <a:prstGeom prst="ellipse">
          <a:avLst/>
        </a:prstGeom>
      </dsp:spPr>
      <dsp:style>
        <a:lnRef idx="2">
          <a:schemeClr val="accent6">
            <a:shade val="80000"/>
          </a:schemeClr>
        </a:lnRef>
        <a:fillRef idx="1">
          <a:schemeClr val="lt1"/>
        </a:fillRef>
        <a:effectRef idx="0">
          <a:scrgbClr r="0" g="0" b="0"/>
        </a:effectRef>
        <a:fontRef idx="minor">
          <a:schemeClr val="lt1"/>
        </a:fontRef>
      </dsp:style>
      <dsp:txBody>
        <a:bodyPr lIns="184912" tIns="184912" rIns="184912" bIns="184912"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solidFill>
                <a:schemeClr val="dk1"/>
              </a:solidFill>
              <a:latin typeface="Calibri" panose="020F0502020204030204"/>
              <a:ea typeface="+mn-ea"/>
              <a:cs typeface="+mn-cs"/>
            </a:rPr>
            <a:t>TAM</a:t>
          </a:r>
          <a:endParaRPr>
            <a:solidFill>
              <a:schemeClr val="dk1"/>
            </a:solidFill>
          </a:endParaRPr>
        </a:p>
      </dsp:txBody>
      <dsp:txXfrm>
        <a:off x="626909" y="0"/>
        <a:ext cx="5481650" cy="5481650"/>
      </dsp:txXfrm>
    </dsp:sp>
    <dsp:sp modelId="{5783AC22-EAAA-4B02-9505-F9F67BC8F71A}">
      <dsp:nvSpPr>
        <dsp:cNvPr id="4" name="Oval 3"/>
        <dsp:cNvSpPr/>
      </dsp:nvSpPr>
      <dsp:spPr bwMode="white">
        <a:xfrm>
          <a:off x="1312115" y="1370413"/>
          <a:ext cx="4111237" cy="4111237"/>
        </a:xfrm>
        <a:prstGeom prst="ellipse">
          <a:avLst/>
        </a:prstGeom>
      </dsp:spPr>
      <dsp:style>
        <a:lnRef idx="2">
          <a:schemeClr val="accent6">
            <a:shade val="80000"/>
          </a:schemeClr>
        </a:lnRef>
        <a:fillRef idx="1">
          <a:schemeClr val="lt1"/>
        </a:fillRef>
        <a:effectRef idx="0">
          <a:scrgbClr r="0" g="0" b="0"/>
        </a:effectRef>
        <a:fontRef idx="minor">
          <a:schemeClr val="lt1"/>
        </a:fontRef>
      </dsp:style>
      <dsp:txBody>
        <a:bodyPr lIns="184912" tIns="184912" rIns="184912" bIns="184912"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solidFill>
                <a:schemeClr val="dk1"/>
              </a:solidFill>
              <a:latin typeface="Calibri" panose="020F0502020204030204"/>
              <a:ea typeface="+mn-ea"/>
              <a:cs typeface="+mn-cs"/>
            </a:rPr>
            <a:t>SAM</a:t>
          </a:r>
          <a:endParaRPr>
            <a:solidFill>
              <a:schemeClr val="dk1"/>
            </a:solidFill>
          </a:endParaRPr>
        </a:p>
      </dsp:txBody>
      <dsp:txXfrm>
        <a:off x="1312115" y="1370413"/>
        <a:ext cx="4111237" cy="4111237"/>
      </dsp:txXfrm>
    </dsp:sp>
    <dsp:sp modelId="{0927306A-DE0F-4C43-94ED-305F00916AD7}">
      <dsp:nvSpPr>
        <dsp:cNvPr id="5" name="Oval 4"/>
        <dsp:cNvSpPr/>
      </dsp:nvSpPr>
      <dsp:spPr bwMode="white">
        <a:xfrm>
          <a:off x="1997322" y="2740825"/>
          <a:ext cx="2740825" cy="2740825"/>
        </a:xfrm>
        <a:prstGeom prst="ellipse">
          <a:avLst/>
        </a:prstGeom>
      </dsp:spPr>
      <dsp:style>
        <a:lnRef idx="2">
          <a:schemeClr val="accent6">
            <a:shade val="80000"/>
          </a:schemeClr>
        </a:lnRef>
        <a:fillRef idx="1">
          <a:schemeClr val="lt1"/>
        </a:fillRef>
        <a:effectRef idx="0">
          <a:scrgbClr r="0" g="0" b="0"/>
        </a:effectRef>
        <a:fontRef idx="minor">
          <a:schemeClr val="lt1"/>
        </a:fontRef>
      </dsp:style>
      <dsp:txBody>
        <a:bodyPr lIns="184912" tIns="184912" rIns="184912" bIns="184912"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en-IN" dirty="0">
              <a:solidFill>
                <a:schemeClr val="dk1"/>
              </a:solidFill>
              <a:latin typeface="Calibri" panose="020F0502020204030204"/>
              <a:ea typeface="+mn-ea"/>
              <a:cs typeface="+mn-cs"/>
            </a:rPr>
            <a:t>SOM</a:t>
          </a:r>
          <a:endParaRPr>
            <a:solidFill>
              <a:schemeClr val="dk1"/>
            </a:solidFill>
          </a:endParaRPr>
        </a:p>
      </dsp:txBody>
      <dsp:txXfrm>
        <a:off x="1997322" y="2740825"/>
        <a:ext cx="2740825" cy="2740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665027" cy="6047939"/>
        <a:chOff x="0" y="0"/>
        <a:chExt cx="5665027" cy="6047939"/>
      </a:xfrm>
    </dsp:grpSpPr>
    <dsp:sp modelId="{7C2B6F5A-5F5A-42A7-BB03-8526EC8ECB0E}">
      <dsp:nvSpPr>
        <dsp:cNvPr id="3" name="Trapezoid 2"/>
        <dsp:cNvSpPr/>
      </dsp:nvSpPr>
      <dsp:spPr bwMode="white">
        <a:xfrm rot="10800000">
          <a:off x="0" y="34179"/>
          <a:ext cx="5665027" cy="1100424"/>
        </a:xfrm>
        <a:prstGeom prst="trapezoid">
          <a:avLst>
            <a:gd name="adj" fmla="val 46834"/>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de-DE" sz="1800" b="1" dirty="0">
              <a:solidFill>
                <a:schemeClr val="tx1"/>
              </a:solidFill>
              <a:latin typeface="+mn-lt"/>
              <a:cs typeface="Arial" panose="020B0604020202020204" pitchFamily="34" charset="0"/>
            </a:rPr>
            <a:t>TARGET MARKET:</a:t>
          </a:r>
          <a:endParaRPr lang="de-DE" sz="1800" b="1" dirty="0">
            <a:solidFill>
              <a:schemeClr val="tx1"/>
            </a:solidFill>
            <a:latin typeface="+mn-lt"/>
            <a:cs typeface="Arial" panose="020B0604020202020204" pitchFamily="34" charset="0"/>
          </a:endParaRPr>
        </a:p>
        <a:p>
          <a:pPr lvl="0">
            <a:lnSpc>
              <a:spcPct val="100000"/>
            </a:lnSpc>
            <a:spcBef>
              <a:spcPct val="0"/>
            </a:spcBef>
            <a:spcAft>
              <a:spcPct val="35000"/>
            </a:spcAft>
          </a:pPr>
          <a:r>
            <a:rPr lang="en-IN" altLang="de-DE" sz="1800" b="1" dirty="0">
              <a:solidFill>
                <a:schemeClr val="tx1"/>
              </a:solidFill>
              <a:latin typeface="+mn-lt"/>
              <a:cs typeface="Arial" panose="020B0604020202020204" pitchFamily="34" charset="0"/>
            </a:rPr>
            <a:t>st</a:t>
          </a:r>
          <a:r>
            <a:rPr lang="en-IN" altLang="de-DE" sz="1800" b="1" dirty="0">
              <a:solidFill>
                <a:schemeClr val="tx1"/>
              </a:solidFill>
              <a:latin typeface="+mn-lt"/>
              <a:cs typeface="Arial" panose="020B0604020202020204" pitchFamily="34" charset="0"/>
            </a:rPr>
            <a:t>udents and teachers</a:t>
          </a:r>
          <a:endParaRPr lang="de-DE" sz="1800" b="1" dirty="0">
            <a:solidFill>
              <a:schemeClr val="tx1"/>
            </a:solidFill>
            <a:latin typeface="+mn-lt"/>
            <a:cs typeface="Arial" panose="020B0604020202020204" pitchFamily="34" charset="0"/>
          </a:endParaRPr>
        </a:p>
        <a:p>
          <a:pPr lvl="0">
            <a:lnSpc>
              <a:spcPct val="100000"/>
            </a:lnSpc>
            <a:spcBef>
              <a:spcPct val="0"/>
            </a:spcBef>
            <a:spcAft>
              <a:spcPct val="35000"/>
            </a:spcAft>
          </a:pPr>
          <a:r>
            <a:rPr lang="de-DE" sz="1800" dirty="0">
              <a:solidFill>
                <a:schemeClr val="tx1"/>
              </a:solidFill>
              <a:latin typeface="+mn-lt"/>
              <a:cs typeface="Arial" panose="020B0604020202020204" pitchFamily="34" charset="0"/>
            </a:rPr>
            <a:t> </a:t>
          </a:r>
          <a:endParaRPr sz="6500">
            <a:solidFill>
              <a:schemeClr val="tx1"/>
            </a:solidFill>
          </a:endParaRPr>
        </a:p>
      </dsp:txBody>
      <dsp:txXfrm rot="10800000">
        <a:off x="0" y="34179"/>
        <a:ext cx="5665027" cy="1100424"/>
      </dsp:txXfrm>
    </dsp:sp>
    <dsp:sp modelId="{E7BA9A3F-62F1-4C8A-9110-30A46B9CC3D7}">
      <dsp:nvSpPr>
        <dsp:cNvPr id="4" name="Trapezoid 3"/>
        <dsp:cNvSpPr/>
      </dsp:nvSpPr>
      <dsp:spPr bwMode="white">
        <a:xfrm rot="10800000">
          <a:off x="515376" y="1100424"/>
          <a:ext cx="4634274" cy="1100424"/>
        </a:xfrm>
        <a:prstGeom prst="trapezoid">
          <a:avLst>
            <a:gd name="adj" fmla="val 46834"/>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de-DE" sz="1800" b="1" dirty="0">
              <a:solidFill>
                <a:schemeClr val="tx1"/>
              </a:solidFill>
              <a:latin typeface="+mn-lt"/>
              <a:cs typeface="Arial" panose="020B0604020202020204" pitchFamily="34" charset="0"/>
            </a:rPr>
            <a:t>LEADS:</a:t>
          </a:r>
          <a:endParaRPr lang="de-DE" sz="1800" b="1" dirty="0">
            <a:solidFill>
              <a:schemeClr val="tx1"/>
            </a:solidFill>
            <a:latin typeface="+mn-lt"/>
            <a:cs typeface="Arial" panose="020B0604020202020204" pitchFamily="34" charset="0"/>
          </a:endParaRPr>
        </a:p>
        <a:p>
          <a:pPr lvl="0" algn="ctr">
            <a:lnSpc>
              <a:spcPct val="100000"/>
            </a:lnSpc>
            <a:spcBef>
              <a:spcPct val="0"/>
            </a:spcBef>
            <a:spcAft>
              <a:spcPct val="35000"/>
            </a:spcAft>
          </a:pPr>
          <a:r>
            <a:rPr lang="en-IN" altLang="de-DE" sz="1800" b="1" dirty="0">
              <a:solidFill>
                <a:schemeClr val="tx1"/>
              </a:solidFill>
              <a:latin typeface="+mn-lt"/>
              <a:cs typeface="Arial" panose="020B0604020202020204" pitchFamily="34" charset="0"/>
            </a:rPr>
            <a:t>university</a:t>
          </a:r>
          <a:r>
            <a:rPr lang="de-DE" sz="1800" b="1" dirty="0">
              <a:solidFill>
                <a:schemeClr val="tx1"/>
              </a:solidFill>
              <a:latin typeface="+mn-lt"/>
              <a:cs typeface="Arial" panose="020B0604020202020204" pitchFamily="34" charset="0"/>
            </a:rPr>
            <a:t>  </a:t>
          </a:r>
          <a:endParaRPr lang="de-DE" sz="1800" b="1" dirty="0">
            <a:solidFill>
              <a:schemeClr val="tx1"/>
            </a:solidFill>
            <a:latin typeface="+mn-lt"/>
            <a:cs typeface="Arial" panose="020B0604020202020204" pitchFamily="34" charset="0"/>
          </a:endParaRPr>
        </a:p>
        <a:p>
          <a:pPr lvl="0" algn="ctr">
            <a:lnSpc>
              <a:spcPct val="100000"/>
            </a:lnSpc>
            <a:spcBef>
              <a:spcPct val="0"/>
            </a:spcBef>
            <a:spcAft>
              <a:spcPct val="35000"/>
            </a:spcAft>
          </a:pPr>
          <a:endParaRPr lang="de-DE" sz="1800" b="0" dirty="0">
            <a:solidFill>
              <a:schemeClr val="tx1"/>
            </a:solidFill>
            <a:latin typeface="+mn-lt"/>
            <a:cs typeface="Arial" panose="020B0604020202020204" pitchFamily="34" charset="0"/>
          </a:endParaRPr>
        </a:p>
      </dsp:txBody>
      <dsp:txXfrm rot="10800000">
        <a:off x="515376" y="1100424"/>
        <a:ext cx="4634274" cy="1100424"/>
      </dsp:txXfrm>
    </dsp:sp>
    <dsp:sp modelId="{DE969564-BBE0-4263-AB30-F2604A7E43AA}">
      <dsp:nvSpPr>
        <dsp:cNvPr id="5" name="Trapezoid 4"/>
        <dsp:cNvSpPr/>
      </dsp:nvSpPr>
      <dsp:spPr bwMode="white">
        <a:xfrm rot="10800000">
          <a:off x="1024987" y="2191075"/>
          <a:ext cx="3603522" cy="1784293"/>
        </a:xfrm>
        <a:prstGeom prst="trapezoid">
          <a:avLst>
            <a:gd name="adj" fmla="val 46834"/>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de-DE" sz="1800" b="1" dirty="0">
              <a:solidFill>
                <a:schemeClr val="tx1"/>
              </a:solidFill>
              <a:latin typeface="+mn-lt"/>
              <a:cs typeface="Arial" panose="020B0604020202020204" pitchFamily="34" charset="0"/>
            </a:rPr>
            <a:t>OPPORTUNITIES/PROSPECTS:</a:t>
          </a:r>
          <a:endParaRPr lang="de-DE" sz="1800" b="1" dirty="0">
            <a:solidFill>
              <a:schemeClr val="tx1"/>
            </a:solidFill>
            <a:latin typeface="+mn-lt"/>
            <a:cs typeface="Arial" panose="020B0604020202020204" pitchFamily="34" charset="0"/>
          </a:endParaRPr>
        </a:p>
        <a:p>
          <a:pPr lvl="0" algn="ctr">
            <a:lnSpc>
              <a:spcPct val="100000"/>
            </a:lnSpc>
            <a:spcBef>
              <a:spcPct val="0"/>
            </a:spcBef>
            <a:spcAft>
              <a:spcPct val="35000"/>
            </a:spcAft>
          </a:pPr>
          <a:r>
            <a:rPr lang="en-IN" altLang="de-DE" sz="1800" b="1" dirty="0">
              <a:solidFill>
                <a:schemeClr val="tx1"/>
              </a:solidFill>
              <a:latin typeface="+mn-lt"/>
              <a:cs typeface="Arial" panose="020B0604020202020204" pitchFamily="34" charset="0"/>
            </a:rPr>
            <a:t>Learnning opportunities</a:t>
          </a:r>
          <a:endParaRPr lang="de-DE" sz="1800" b="1" dirty="0">
            <a:solidFill>
              <a:schemeClr val="tx1"/>
            </a:solidFill>
            <a:latin typeface="+mn-lt"/>
            <a:cs typeface="Arial" panose="020B0604020202020204" pitchFamily="34" charset="0"/>
          </a:endParaRPr>
        </a:p>
        <a:p>
          <a:pPr lvl="0" algn="ctr">
            <a:lnSpc>
              <a:spcPct val="100000"/>
            </a:lnSpc>
            <a:spcBef>
              <a:spcPct val="0"/>
            </a:spcBef>
            <a:spcAft>
              <a:spcPct val="35000"/>
            </a:spcAft>
          </a:pPr>
          <a:endParaRPr lang="de-DE" sz="1800" b="0" dirty="0">
            <a:solidFill>
              <a:schemeClr val="tx1"/>
            </a:solidFill>
            <a:latin typeface="+mn-lt"/>
            <a:cs typeface="Arial" panose="020B0604020202020204" pitchFamily="34" charset="0"/>
          </a:endParaRPr>
        </a:p>
      </dsp:txBody>
      <dsp:txXfrm rot="10800000">
        <a:off x="1024987" y="2191075"/>
        <a:ext cx="3603522" cy="1784293"/>
      </dsp:txXfrm>
    </dsp:sp>
    <dsp:sp modelId="{39C83C79-88BF-48E6-B687-122D3FA17668}">
      <dsp:nvSpPr>
        <dsp:cNvPr id="6" name="Trapezoid 5"/>
        <dsp:cNvSpPr/>
      </dsp:nvSpPr>
      <dsp:spPr bwMode="white">
        <a:xfrm rot="10800000">
          <a:off x="1866415" y="3985140"/>
          <a:ext cx="1932197" cy="2062799"/>
        </a:xfrm>
        <a:prstGeom prst="trapezoid">
          <a:avLst>
            <a:gd name="adj" fmla="val 50000"/>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de-DE" sz="1800" b="1" dirty="0">
              <a:solidFill>
                <a:schemeClr val="tx1"/>
              </a:solidFill>
              <a:latin typeface="+mn-lt"/>
              <a:cs typeface="Arial" panose="020B0604020202020204" pitchFamily="34" charset="0"/>
            </a:rPr>
            <a:t>CUSTOMER:</a:t>
          </a:r>
          <a:endParaRPr lang="de-DE" sz="1800" b="1" dirty="0">
            <a:solidFill>
              <a:schemeClr val="tx1"/>
            </a:solidFill>
            <a:latin typeface="+mn-lt"/>
            <a:cs typeface="Arial" panose="020B0604020202020204" pitchFamily="34" charset="0"/>
          </a:endParaRPr>
        </a:p>
        <a:p>
          <a:pPr lvl="0" algn="ctr">
            <a:lnSpc>
              <a:spcPct val="100000"/>
            </a:lnSpc>
            <a:spcBef>
              <a:spcPct val="0"/>
            </a:spcBef>
            <a:spcAft>
              <a:spcPct val="35000"/>
            </a:spcAft>
          </a:pPr>
          <a:r>
            <a:rPr lang="en-IN" altLang="de-DE" sz="1800" b="1" dirty="0">
              <a:solidFill>
                <a:schemeClr val="tx1"/>
              </a:solidFill>
              <a:latin typeface="+mn-lt"/>
              <a:cs typeface="Arial" panose="020B0604020202020204" pitchFamily="34" charset="0"/>
            </a:rPr>
            <a:t>students</a:t>
          </a:r>
          <a:endParaRPr lang="de-DE" sz="1800" b="1" dirty="0">
            <a:solidFill>
              <a:schemeClr val="tx1"/>
            </a:solidFill>
            <a:latin typeface="+mn-lt"/>
            <a:cs typeface="Arial" panose="020B0604020202020204" pitchFamily="34" charset="0"/>
          </a:endParaRPr>
        </a:p>
        <a:p>
          <a:pPr lvl="0" algn="ctr">
            <a:lnSpc>
              <a:spcPct val="90000"/>
            </a:lnSpc>
            <a:spcBef>
              <a:spcPct val="0"/>
            </a:spcBef>
            <a:spcAft>
              <a:spcPct val="35000"/>
            </a:spcAft>
          </a:pPr>
          <a:endParaRPr lang="de-DE" sz="1800" dirty="0">
            <a:solidFill>
              <a:schemeClr val="tx1"/>
            </a:solidFill>
            <a:latin typeface="+mn-lt"/>
            <a:cs typeface="Arial" panose="020B0604020202020204" pitchFamily="34" charset="0"/>
          </a:endParaRPr>
        </a:p>
      </dsp:txBody>
      <dsp:txXfrm rot="10800000">
        <a:off x="1866415" y="3985140"/>
        <a:ext cx="1932197" cy="206279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T"/>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T"/>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E2FBF9E8-1F40-410A-A1CC-60BC60DB98B3}" type="datetimeFigureOut">
              <a:rPr kumimoji="0" lang="en-IN" sz="1200" b="0" i="0" u="none" strike="noStrike" kern="1200" cap="none" spc="0" normalizeH="0" baseline="0" noProof="0" smtClean="0">
                <a:ln>
                  <a:noFill/>
                </a:ln>
                <a:solidFill>
                  <a:schemeClr val="tx1"/>
                </a:solidFill>
                <a:effectLst/>
                <a:uLnTx/>
                <a:uFillTx/>
                <a:latin typeface="+mn-lt"/>
                <a:ea typeface="+mn-ea"/>
                <a:cs typeface="+mn-cs"/>
              </a:rPr>
            </a:fld>
            <a:endParaRPr kumimoji="0" lang="en-IN"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a:buNone/>
            </a:pPr>
            <a:fld id="{9A0DB2DC-4C9A-4742-B13C-FB6460FD3503}" type="slidenum">
              <a:rPr lang="en-IN" altLang="x-none" sz="1200" dirty="0"/>
            </a:fld>
            <a:endParaRPr lang="en-IN" altLang="x-none" sz="1200"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195646"/>
            <a:ext cx="15544800" cy="2205038"/>
          </a:xfrm>
        </p:spPr>
        <p:txBody>
          <a:bodyPr/>
          <a:lstStyle/>
          <a:p>
            <a:r>
              <a:rPr lang="en-US" smtClean="0"/>
              <a:t>Click to edit Master title style</a:t>
            </a:r>
            <a:endParaRPr lang="en-US"/>
          </a:p>
        </p:txBody>
      </p:sp>
      <p:sp>
        <p:nvSpPr>
          <p:cNvPr id="3" name="Subtitle 2"/>
          <p:cNvSpPr>
            <a:spLocks noGrp="1"/>
          </p:cNvSpPr>
          <p:nvPr>
            <p:ph type="subTitle" idx="1"/>
          </p:nvPr>
        </p:nvSpPr>
        <p:spPr>
          <a:xfrm>
            <a:off x="2743200" y="5829300"/>
            <a:ext cx="12801600" cy="2628900"/>
          </a:xfrm>
        </p:spPr>
        <p:txBody>
          <a:bodyPr/>
          <a:lstStyle>
            <a:lvl1pPr marL="0" indent="0" algn="ctr">
              <a:buNone/>
              <a:defRPr>
                <a:solidFill>
                  <a:schemeClr val="tx1">
                    <a:tint val="75000"/>
                  </a:schemeClr>
                </a:solidFill>
              </a:defRPr>
            </a:lvl1pPr>
            <a:lvl2pPr marL="816610" indent="0" algn="ctr">
              <a:buNone/>
              <a:defRPr>
                <a:solidFill>
                  <a:schemeClr val="tx1">
                    <a:tint val="75000"/>
                  </a:schemeClr>
                </a:solidFill>
              </a:defRPr>
            </a:lvl2pPr>
            <a:lvl3pPr marL="1632585" indent="0" algn="ctr">
              <a:buNone/>
              <a:defRPr>
                <a:solidFill>
                  <a:schemeClr val="tx1">
                    <a:tint val="75000"/>
                  </a:schemeClr>
                </a:solidFill>
              </a:defRPr>
            </a:lvl3pPr>
            <a:lvl4pPr marL="2449195" indent="0" algn="ctr">
              <a:buNone/>
              <a:defRPr>
                <a:solidFill>
                  <a:schemeClr val="tx1">
                    <a:tint val="75000"/>
                  </a:schemeClr>
                </a:solidFill>
              </a:defRPr>
            </a:lvl4pPr>
            <a:lvl5pPr marL="3265805" indent="0" algn="ctr">
              <a:buNone/>
              <a:defRPr>
                <a:solidFill>
                  <a:schemeClr val="tx1">
                    <a:tint val="75000"/>
                  </a:schemeClr>
                </a:solidFill>
              </a:defRPr>
            </a:lvl5pPr>
            <a:lvl6pPr marL="4081780" indent="0" algn="ctr">
              <a:buNone/>
              <a:defRPr>
                <a:solidFill>
                  <a:schemeClr val="tx1">
                    <a:tint val="75000"/>
                  </a:schemeClr>
                </a:solidFill>
              </a:defRPr>
            </a:lvl6pPr>
            <a:lvl7pPr marL="4898390" indent="0" algn="ctr">
              <a:buNone/>
              <a:defRPr>
                <a:solidFill>
                  <a:schemeClr val="tx1">
                    <a:tint val="75000"/>
                  </a:schemeClr>
                </a:solidFill>
              </a:defRPr>
            </a:lvl7pPr>
            <a:lvl8pPr marL="5715000" indent="0" algn="ctr">
              <a:buNone/>
              <a:defRPr>
                <a:solidFill>
                  <a:schemeClr val="tx1">
                    <a:tint val="75000"/>
                  </a:schemeClr>
                </a:solidFill>
              </a:defRPr>
            </a:lvl8pPr>
            <a:lvl9pPr marL="653097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6610358"/>
            <a:ext cx="15544800" cy="2043113"/>
          </a:xfrm>
        </p:spPr>
        <p:txBody>
          <a:bodyPr anchor="t"/>
          <a:lstStyle>
            <a:lvl1pPr algn="l">
              <a:defRPr sz="7100" b="1" cap="all"/>
            </a:lvl1pPr>
          </a:lstStyle>
          <a:p>
            <a:r>
              <a:rPr lang="en-US" smtClean="0"/>
              <a:t>Click to edit Master title style</a:t>
            </a:r>
            <a:endParaRPr lang="en-US"/>
          </a:p>
        </p:txBody>
      </p:sp>
      <p:sp>
        <p:nvSpPr>
          <p:cNvPr id="3" name="Text Placeholder 2"/>
          <p:cNvSpPr>
            <a:spLocks noGrp="1"/>
          </p:cNvSpPr>
          <p:nvPr>
            <p:ph type="body" idx="1"/>
          </p:nvPr>
        </p:nvSpPr>
        <p:spPr>
          <a:xfrm>
            <a:off x="1444626" y="4360078"/>
            <a:ext cx="15544800" cy="2250281"/>
          </a:xfrm>
        </p:spPr>
        <p:txBody>
          <a:bodyPr anchor="b"/>
          <a:lstStyle>
            <a:lvl1pPr marL="0" indent="0">
              <a:buNone/>
              <a:defRPr sz="3600">
                <a:solidFill>
                  <a:schemeClr val="tx1">
                    <a:tint val="75000"/>
                  </a:schemeClr>
                </a:solidFill>
              </a:defRPr>
            </a:lvl1pPr>
            <a:lvl2pPr marL="816610" indent="0">
              <a:buNone/>
              <a:defRPr sz="3200">
                <a:solidFill>
                  <a:schemeClr val="tx1">
                    <a:tint val="75000"/>
                  </a:schemeClr>
                </a:solidFill>
              </a:defRPr>
            </a:lvl2pPr>
            <a:lvl3pPr marL="1632585" indent="0">
              <a:buNone/>
              <a:defRPr sz="2900">
                <a:solidFill>
                  <a:schemeClr val="tx1">
                    <a:tint val="75000"/>
                  </a:schemeClr>
                </a:solidFill>
              </a:defRPr>
            </a:lvl3pPr>
            <a:lvl4pPr marL="2449195" indent="0">
              <a:buNone/>
              <a:defRPr sz="2500">
                <a:solidFill>
                  <a:schemeClr val="tx1">
                    <a:tint val="75000"/>
                  </a:schemeClr>
                </a:solidFill>
              </a:defRPr>
            </a:lvl4pPr>
            <a:lvl5pPr marL="3265805" indent="0">
              <a:buNone/>
              <a:defRPr sz="2500">
                <a:solidFill>
                  <a:schemeClr val="tx1">
                    <a:tint val="75000"/>
                  </a:schemeClr>
                </a:solidFill>
              </a:defRPr>
            </a:lvl5pPr>
            <a:lvl6pPr marL="4081780" indent="0">
              <a:buNone/>
              <a:defRPr sz="2500">
                <a:solidFill>
                  <a:schemeClr val="tx1">
                    <a:tint val="75000"/>
                  </a:schemeClr>
                </a:solidFill>
              </a:defRPr>
            </a:lvl6pPr>
            <a:lvl7pPr marL="4898390" indent="0">
              <a:buNone/>
              <a:defRPr sz="2500">
                <a:solidFill>
                  <a:schemeClr val="tx1">
                    <a:tint val="75000"/>
                  </a:schemeClr>
                </a:solidFill>
              </a:defRPr>
            </a:lvl7pPr>
            <a:lvl8pPr marL="5715000" indent="0">
              <a:buNone/>
              <a:defRPr sz="2500">
                <a:solidFill>
                  <a:schemeClr val="tx1">
                    <a:tint val="75000"/>
                  </a:schemeClr>
                </a:solidFill>
              </a:defRPr>
            </a:lvl8pPr>
            <a:lvl9pPr marL="6530975" indent="0">
              <a:buNone/>
              <a:defRPr sz="25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2400308"/>
            <a:ext cx="8077200" cy="6788945"/>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9296400" y="2400308"/>
            <a:ext cx="8077200" cy="6788945"/>
          </a:xfrm>
        </p:spPr>
        <p:txBody>
          <a:bodyPr/>
          <a:lstStyle>
            <a:lvl1pPr>
              <a:defRPr sz="5000"/>
            </a:lvl1pPr>
            <a:lvl2pPr>
              <a:defRPr sz="43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2302671"/>
            <a:ext cx="8080376" cy="959643"/>
          </a:xfrm>
        </p:spPr>
        <p:txBody>
          <a:bodyPr anchor="b"/>
          <a:lstStyle>
            <a:lvl1pPr marL="0" indent="0">
              <a:buNone/>
              <a:defRPr sz="4300" b="1"/>
            </a:lvl1pPr>
            <a:lvl2pPr marL="816610" indent="0">
              <a:buNone/>
              <a:defRPr sz="3600" b="1"/>
            </a:lvl2pPr>
            <a:lvl3pPr marL="1632585" indent="0">
              <a:buNone/>
              <a:defRPr sz="3200" b="1"/>
            </a:lvl3pPr>
            <a:lvl4pPr marL="2449195" indent="0">
              <a:buNone/>
              <a:defRPr sz="2900" b="1"/>
            </a:lvl4pPr>
            <a:lvl5pPr marL="3265805" indent="0">
              <a:buNone/>
              <a:defRPr sz="2900" b="1"/>
            </a:lvl5pPr>
            <a:lvl6pPr marL="4081780" indent="0">
              <a:buNone/>
              <a:defRPr sz="2900" b="1"/>
            </a:lvl6pPr>
            <a:lvl7pPr marL="4898390" indent="0">
              <a:buNone/>
              <a:defRPr sz="2900" b="1"/>
            </a:lvl7pPr>
            <a:lvl8pPr marL="5715000" indent="0">
              <a:buNone/>
              <a:defRPr sz="2900" b="1"/>
            </a:lvl8pPr>
            <a:lvl9pPr marL="6530975" indent="0">
              <a:buNone/>
              <a:defRPr sz="29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914400" y="3262313"/>
            <a:ext cx="8080376"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9290061" y="2302671"/>
            <a:ext cx="8083550" cy="959643"/>
          </a:xfrm>
        </p:spPr>
        <p:txBody>
          <a:bodyPr anchor="b"/>
          <a:lstStyle>
            <a:lvl1pPr marL="0" indent="0">
              <a:buNone/>
              <a:defRPr sz="4300" b="1"/>
            </a:lvl1pPr>
            <a:lvl2pPr marL="816610" indent="0">
              <a:buNone/>
              <a:defRPr sz="3600" b="1"/>
            </a:lvl2pPr>
            <a:lvl3pPr marL="1632585" indent="0">
              <a:buNone/>
              <a:defRPr sz="3200" b="1"/>
            </a:lvl3pPr>
            <a:lvl4pPr marL="2449195" indent="0">
              <a:buNone/>
              <a:defRPr sz="2900" b="1"/>
            </a:lvl4pPr>
            <a:lvl5pPr marL="3265805" indent="0">
              <a:buNone/>
              <a:defRPr sz="2900" b="1"/>
            </a:lvl5pPr>
            <a:lvl6pPr marL="4081780" indent="0">
              <a:buNone/>
              <a:defRPr sz="2900" b="1"/>
            </a:lvl6pPr>
            <a:lvl7pPr marL="4898390" indent="0">
              <a:buNone/>
              <a:defRPr sz="2900" b="1"/>
            </a:lvl7pPr>
            <a:lvl8pPr marL="5715000" indent="0">
              <a:buNone/>
              <a:defRPr sz="2900" b="1"/>
            </a:lvl8pPr>
            <a:lvl9pPr marL="6530975" indent="0">
              <a:buNone/>
              <a:defRPr sz="29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9290061" y="3262313"/>
            <a:ext cx="8083550" cy="5926932"/>
          </a:xfrm>
        </p:spPr>
        <p:txBody>
          <a:bodyPr/>
          <a:lstStyle>
            <a:lvl1pPr>
              <a:defRPr sz="4300"/>
            </a:lvl1pPr>
            <a:lvl2pPr>
              <a:defRPr sz="36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11" y="409575"/>
            <a:ext cx="6016626" cy="1743075"/>
          </a:xfrm>
        </p:spPr>
        <p:txBody>
          <a:bodyPr anchor="b"/>
          <a:lstStyle>
            <a:lvl1pPr algn="l">
              <a:defRPr sz="3600" b="1"/>
            </a:lvl1pPr>
          </a:lstStyle>
          <a:p>
            <a:r>
              <a:rPr lang="en-US" smtClean="0"/>
              <a:t>Click to edit Master title style</a:t>
            </a:r>
            <a:endParaRPr lang="en-US"/>
          </a:p>
        </p:txBody>
      </p:sp>
      <p:sp>
        <p:nvSpPr>
          <p:cNvPr id="3" name="Content Placeholder 2"/>
          <p:cNvSpPr>
            <a:spLocks noGrp="1"/>
          </p:cNvSpPr>
          <p:nvPr>
            <p:ph idx="1"/>
          </p:nvPr>
        </p:nvSpPr>
        <p:spPr>
          <a:xfrm>
            <a:off x="7150100" y="409583"/>
            <a:ext cx="10223500" cy="8779670"/>
          </a:xfrm>
        </p:spPr>
        <p:txBody>
          <a:bodyPr/>
          <a:lstStyle>
            <a:lvl1pPr>
              <a:defRPr sz="5700"/>
            </a:lvl1pPr>
            <a:lvl2pPr>
              <a:defRPr sz="5000"/>
            </a:lvl2pPr>
            <a:lvl3pPr>
              <a:defRPr sz="4300"/>
            </a:lvl3pPr>
            <a:lvl4pPr>
              <a:defRPr sz="3600"/>
            </a:lvl4pPr>
            <a:lvl5pPr>
              <a:defRPr sz="3600"/>
            </a:lvl5pPr>
            <a:lvl6pPr>
              <a:defRPr sz="3600"/>
            </a:lvl6pPr>
            <a:lvl7pPr>
              <a:defRPr sz="3600"/>
            </a:lvl7pPr>
            <a:lvl8pPr>
              <a:defRPr sz="3600"/>
            </a:lvl8pPr>
            <a:lvl9pPr>
              <a:defRPr sz="3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914411" y="2152656"/>
            <a:ext cx="6016626" cy="7036595"/>
          </a:xfrm>
        </p:spPr>
        <p:txBody>
          <a:bodyPr/>
          <a:lstStyle>
            <a:lvl1pPr marL="0" indent="0">
              <a:buNone/>
              <a:defRPr sz="2500"/>
            </a:lvl1pPr>
            <a:lvl2pPr marL="816610" indent="0">
              <a:buNone/>
              <a:defRPr sz="2100"/>
            </a:lvl2pPr>
            <a:lvl3pPr marL="1632585" indent="0">
              <a:buNone/>
              <a:defRPr sz="1800"/>
            </a:lvl3pPr>
            <a:lvl4pPr marL="2449195" indent="0">
              <a:buNone/>
              <a:defRPr sz="1600"/>
            </a:lvl4pPr>
            <a:lvl5pPr marL="3265805" indent="0">
              <a:buNone/>
              <a:defRPr sz="1600"/>
            </a:lvl5pPr>
            <a:lvl6pPr marL="4081780" indent="0">
              <a:buNone/>
              <a:defRPr sz="1600"/>
            </a:lvl6pPr>
            <a:lvl7pPr marL="4898390" indent="0">
              <a:buNone/>
              <a:defRPr sz="1600"/>
            </a:lvl7pPr>
            <a:lvl8pPr marL="5715000" indent="0">
              <a:buNone/>
              <a:defRPr sz="1600"/>
            </a:lvl8pPr>
            <a:lvl9pPr marL="6530975" indent="0">
              <a:buNone/>
              <a:defRPr sz="16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7200900"/>
            <a:ext cx="10972800" cy="850107"/>
          </a:xfrm>
        </p:spPr>
        <p:txBody>
          <a:bodyPr anchor="b"/>
          <a:lstStyle>
            <a:lvl1pPr algn="l">
              <a:defRPr sz="3600" b="1"/>
            </a:lvl1pPr>
          </a:lstStyle>
          <a:p>
            <a:r>
              <a:rPr lang="en-US" smtClean="0"/>
              <a:t>Click to edit Master title style</a:t>
            </a:r>
            <a:endParaRPr lang="en-US"/>
          </a:p>
        </p:txBody>
      </p:sp>
      <p:sp>
        <p:nvSpPr>
          <p:cNvPr id="3" name="Picture Placeholder 2"/>
          <p:cNvSpPr>
            <a:spLocks noGrp="1"/>
          </p:cNvSpPr>
          <p:nvPr>
            <p:ph type="pic" idx="1"/>
          </p:nvPr>
        </p:nvSpPr>
        <p:spPr>
          <a:xfrm>
            <a:off x="3584576" y="919163"/>
            <a:ext cx="10972800" cy="6172200"/>
          </a:xfrm>
        </p:spPr>
        <p:txBody>
          <a:bodyPr vert="horz" lIns="163275" tIns="81642" rIns="163275" bIns="81642" rtlCol="0">
            <a:normAutofit/>
          </a:bodyPr>
          <a:lstStyle>
            <a:lvl1pPr marL="0" indent="0">
              <a:buNone/>
              <a:defRPr sz="5700"/>
            </a:lvl1pPr>
            <a:lvl2pPr marL="816610" indent="0">
              <a:buNone/>
              <a:defRPr sz="5000"/>
            </a:lvl2pPr>
            <a:lvl3pPr marL="1632585" indent="0">
              <a:buNone/>
              <a:defRPr sz="4300"/>
            </a:lvl3pPr>
            <a:lvl4pPr marL="2449195" indent="0">
              <a:buNone/>
              <a:defRPr sz="3600"/>
            </a:lvl4pPr>
            <a:lvl5pPr marL="3265805" indent="0">
              <a:buNone/>
              <a:defRPr sz="3600"/>
            </a:lvl5pPr>
            <a:lvl6pPr marL="4081780" indent="0">
              <a:buNone/>
              <a:defRPr sz="3600"/>
            </a:lvl6pPr>
            <a:lvl7pPr marL="4898390" indent="0">
              <a:buNone/>
              <a:defRPr sz="3600"/>
            </a:lvl7pPr>
            <a:lvl8pPr marL="5715000" indent="0">
              <a:buNone/>
              <a:defRPr sz="3600"/>
            </a:lvl8pPr>
            <a:lvl9pPr marL="6530975" indent="0">
              <a:buNone/>
              <a:defRPr sz="3600"/>
            </a:lvl9pPr>
          </a:lstStyle>
          <a:p>
            <a:pPr marL="0" marR="0" lvl="0" indent="0" algn="l" defTabSz="1632585"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57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3584576" y="8051007"/>
            <a:ext cx="10972800" cy="1207293"/>
          </a:xfrm>
        </p:spPr>
        <p:txBody>
          <a:bodyPr/>
          <a:lstStyle>
            <a:lvl1pPr marL="0" indent="0">
              <a:buNone/>
              <a:defRPr sz="2500"/>
            </a:lvl1pPr>
            <a:lvl2pPr marL="816610" indent="0">
              <a:buNone/>
              <a:defRPr sz="2100"/>
            </a:lvl2pPr>
            <a:lvl3pPr marL="1632585" indent="0">
              <a:buNone/>
              <a:defRPr sz="1800"/>
            </a:lvl3pPr>
            <a:lvl4pPr marL="2449195" indent="0">
              <a:buNone/>
              <a:defRPr sz="1600"/>
            </a:lvl4pPr>
            <a:lvl5pPr marL="3265805" indent="0">
              <a:buNone/>
              <a:defRPr sz="1600"/>
            </a:lvl5pPr>
            <a:lvl6pPr marL="4081780" indent="0">
              <a:buNone/>
              <a:defRPr sz="1600"/>
            </a:lvl6pPr>
            <a:lvl7pPr marL="4898390" indent="0">
              <a:buNone/>
              <a:defRPr sz="1600"/>
            </a:lvl7pPr>
            <a:lvl8pPr marL="5715000" indent="0">
              <a:buNone/>
              <a:defRPr sz="1600"/>
            </a:lvl8pPr>
            <a:lvl9pPr marL="6530975" indent="0">
              <a:buNone/>
              <a:defRPr sz="16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411965"/>
            <a:ext cx="4114800" cy="87772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411965"/>
            <a:ext cx="12039600" cy="877728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p:sp>
        <p:nvSpPr>
          <p:cNvPr id="1026" name="Title Placeholder 1"/>
          <p:cNvSpPr>
            <a:spLocks noGrp="1"/>
          </p:cNvSpPr>
          <p:nvPr>
            <p:ph type="title"/>
          </p:nvPr>
        </p:nvSpPr>
        <p:spPr>
          <a:xfrm>
            <a:off x="914400" y="412750"/>
            <a:ext cx="16459200" cy="1714500"/>
          </a:xfrm>
          <a:prstGeom prst="rect">
            <a:avLst/>
          </a:prstGeom>
          <a:noFill/>
          <a:ln w="9525">
            <a:noFill/>
          </a:ln>
        </p:spPr>
        <p:txBody>
          <a:bodyPr lIns="163275" tIns="81642" rIns="163275" bIns="81642" anchor="ctr" anchorCtr="0"/>
          <a:p>
            <a:pPr lvl="0"/>
            <a:r>
              <a:rPr dirty="0"/>
              <a:t>Click to edit Master title style</a:t>
            </a:r>
            <a:endParaRPr dirty="0"/>
          </a:p>
        </p:txBody>
      </p:sp>
      <p:sp>
        <p:nvSpPr>
          <p:cNvPr id="1027" name="Text Placeholder 2"/>
          <p:cNvSpPr>
            <a:spLocks noGrp="1"/>
          </p:cNvSpPr>
          <p:nvPr>
            <p:ph type="body" idx="1"/>
          </p:nvPr>
        </p:nvSpPr>
        <p:spPr>
          <a:xfrm>
            <a:off x="914400" y="2400300"/>
            <a:ext cx="16459200" cy="6789738"/>
          </a:xfrm>
          <a:prstGeom prst="rect">
            <a:avLst/>
          </a:prstGeom>
          <a:noFill/>
          <a:ln w="9525">
            <a:noFill/>
          </a:ln>
        </p:spPr>
        <p:txBody>
          <a:bodyPr lIns="163275" tIns="81642" rIns="163275" bIns="81642"/>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914400" y="9534525"/>
            <a:ext cx="4267200" cy="547688"/>
          </a:xfrm>
          <a:prstGeom prst="rect">
            <a:avLst/>
          </a:prstGeom>
        </p:spPr>
        <p:txBody>
          <a:bodyPr vert="horz" lIns="163275" tIns="81642" rIns="163275" bIns="81642" rtlCol="0" anchor="ctr"/>
          <a:lstStyle>
            <a:lvl1pPr algn="l">
              <a:defRPr sz="21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21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248400" y="9534525"/>
            <a:ext cx="5791200" cy="547688"/>
          </a:xfrm>
          <a:prstGeom prst="rect">
            <a:avLst/>
          </a:prstGeom>
        </p:spPr>
        <p:txBody>
          <a:bodyPr vert="horz" lIns="163275" tIns="81642" rIns="163275" bIns="81642" rtlCol="0" anchor="ctr"/>
          <a:lstStyle>
            <a:lvl1pPr algn="ctr">
              <a:defRPr sz="21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1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13106400" y="9534525"/>
            <a:ext cx="4267200" cy="547688"/>
          </a:xfrm>
          <a:prstGeom prst="rect">
            <a:avLst/>
          </a:prstGeom>
        </p:spPr>
        <p:txBody>
          <a:bodyPr vert="horz" lIns="163275" tIns="81642" rIns="163275" bIns="81642" rtlCol="0" anchor="ctr"/>
          <a:lstStyle>
            <a:lvl1pPr algn="r">
              <a:defRPr sz="2100">
                <a:solidFill>
                  <a:srgbClr val="898989"/>
                </a:solidFill>
              </a:defRPr>
            </a:lvl1pPr>
          </a:lstStyle>
          <a:p>
            <a:pPr lvl="0">
              <a:buNone/>
            </a:pPr>
            <a:fld id="{9A0DB2DC-4C9A-4742-B13C-FB6460FD3503}" type="slidenum">
              <a:rPr lang="en-US" dirty="0">
                <a:latin typeface="Calibri" panose="020F0502020204030204" pitchFamily="34" charset="0"/>
                <a:ea typeface="Arial" panose="020B0604020202020204" pitchFamily="34" charset="0"/>
              </a:rPr>
            </a:fld>
            <a:endParaRPr lang="en-US" dirty="0">
              <a:latin typeface="Calibri" panose="020F0502020204030204" pitchFamily="34" charset="0"/>
              <a:ea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632585" rtl="0" eaLnBrk="1" latinLnBrk="0" hangingPunct="1">
        <a:spcBef>
          <a:spcPct val="0"/>
        </a:spcBef>
        <a:buNone/>
        <a:defRPr sz="7900" kern="1200">
          <a:solidFill>
            <a:schemeClr val="tx1"/>
          </a:solidFill>
          <a:latin typeface="+mj-lt"/>
          <a:ea typeface="+mj-ea"/>
          <a:cs typeface="+mj-cs"/>
        </a:defRPr>
      </a:lvl1pPr>
    </p:titleStyle>
    <p:bodyStyle>
      <a:lvl1pPr marL="612140" indent="-612140" algn="l" defTabSz="1632585" rtl="0" eaLnBrk="1" latinLnBrk="0" hangingPunct="1">
        <a:spcBef>
          <a:spcPct val="20000"/>
        </a:spcBef>
        <a:buFont typeface="Arial" panose="020B0604020202020204" pitchFamily="34" charset="0"/>
        <a:buChar char="•"/>
        <a:defRPr sz="5700" kern="1200">
          <a:solidFill>
            <a:schemeClr val="tx1"/>
          </a:solidFill>
          <a:latin typeface="+mn-lt"/>
          <a:ea typeface="+mn-ea"/>
          <a:cs typeface="+mn-cs"/>
        </a:defRPr>
      </a:lvl1pPr>
      <a:lvl2pPr marL="1326515" indent="-510540" algn="l" defTabSz="1632585" rtl="0" eaLnBrk="1" latinLnBrk="0" hangingPunct="1">
        <a:spcBef>
          <a:spcPct val="20000"/>
        </a:spcBef>
        <a:buFont typeface="Arial" panose="020B0604020202020204" pitchFamily="34" charset="0"/>
        <a:buChar char="–"/>
        <a:defRPr sz="5000" kern="1200">
          <a:solidFill>
            <a:schemeClr val="tx1"/>
          </a:solidFill>
          <a:latin typeface="+mn-lt"/>
          <a:ea typeface="+mn-ea"/>
          <a:cs typeface="+mn-cs"/>
        </a:defRPr>
      </a:lvl2pPr>
      <a:lvl3pPr marL="2040890" indent="-408305" algn="l" defTabSz="163258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3pPr>
      <a:lvl4pPr marL="2857500"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4pPr>
      <a:lvl5pPr marL="3673475"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5pPr>
      <a:lvl6pPr marL="4490085"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6pPr>
      <a:lvl7pPr marL="5306695"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7pPr>
      <a:lvl8pPr marL="6122670"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8pPr>
      <a:lvl9pPr marL="6939280" indent="-408305" algn="l" defTabSz="1632585"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632585" rtl="0" eaLnBrk="1" latinLnBrk="0" hangingPunct="1">
        <a:defRPr sz="3200" kern="1200">
          <a:solidFill>
            <a:schemeClr val="tx1"/>
          </a:solidFill>
          <a:latin typeface="+mn-lt"/>
          <a:ea typeface="+mn-ea"/>
          <a:cs typeface="+mn-cs"/>
        </a:defRPr>
      </a:lvl1pPr>
      <a:lvl2pPr marL="816610" algn="l" defTabSz="1632585" rtl="0" eaLnBrk="1" latinLnBrk="0" hangingPunct="1">
        <a:defRPr sz="3200" kern="1200">
          <a:solidFill>
            <a:schemeClr val="tx1"/>
          </a:solidFill>
          <a:latin typeface="+mn-lt"/>
          <a:ea typeface="+mn-ea"/>
          <a:cs typeface="+mn-cs"/>
        </a:defRPr>
      </a:lvl2pPr>
      <a:lvl3pPr marL="1632585" algn="l" defTabSz="1632585" rtl="0" eaLnBrk="1" latinLnBrk="0" hangingPunct="1">
        <a:defRPr sz="3200" kern="1200">
          <a:solidFill>
            <a:schemeClr val="tx1"/>
          </a:solidFill>
          <a:latin typeface="+mn-lt"/>
          <a:ea typeface="+mn-ea"/>
          <a:cs typeface="+mn-cs"/>
        </a:defRPr>
      </a:lvl3pPr>
      <a:lvl4pPr marL="2449195" algn="l" defTabSz="1632585" rtl="0" eaLnBrk="1" latinLnBrk="0" hangingPunct="1">
        <a:defRPr sz="3200" kern="1200">
          <a:solidFill>
            <a:schemeClr val="tx1"/>
          </a:solidFill>
          <a:latin typeface="+mn-lt"/>
          <a:ea typeface="+mn-ea"/>
          <a:cs typeface="+mn-cs"/>
        </a:defRPr>
      </a:lvl4pPr>
      <a:lvl5pPr marL="3265805" algn="l" defTabSz="1632585" rtl="0" eaLnBrk="1" latinLnBrk="0" hangingPunct="1">
        <a:defRPr sz="3200" kern="1200">
          <a:solidFill>
            <a:schemeClr val="tx1"/>
          </a:solidFill>
          <a:latin typeface="+mn-lt"/>
          <a:ea typeface="+mn-ea"/>
          <a:cs typeface="+mn-cs"/>
        </a:defRPr>
      </a:lvl5pPr>
      <a:lvl6pPr marL="4081780" algn="l" defTabSz="1632585" rtl="0" eaLnBrk="1" latinLnBrk="0" hangingPunct="1">
        <a:defRPr sz="3200" kern="1200">
          <a:solidFill>
            <a:schemeClr val="tx1"/>
          </a:solidFill>
          <a:latin typeface="+mn-lt"/>
          <a:ea typeface="+mn-ea"/>
          <a:cs typeface="+mn-cs"/>
        </a:defRPr>
      </a:lvl6pPr>
      <a:lvl7pPr marL="4898390" algn="l" defTabSz="1632585" rtl="0" eaLnBrk="1" latinLnBrk="0" hangingPunct="1">
        <a:defRPr sz="3200" kern="1200">
          <a:solidFill>
            <a:schemeClr val="tx1"/>
          </a:solidFill>
          <a:latin typeface="+mn-lt"/>
          <a:ea typeface="+mn-ea"/>
          <a:cs typeface="+mn-cs"/>
        </a:defRPr>
      </a:lvl7pPr>
      <a:lvl8pPr marL="5715000" algn="l" defTabSz="1632585" rtl="0" eaLnBrk="1" latinLnBrk="0" hangingPunct="1">
        <a:defRPr sz="3200" kern="1200">
          <a:solidFill>
            <a:schemeClr val="tx1"/>
          </a:solidFill>
          <a:latin typeface="+mn-lt"/>
          <a:ea typeface="+mn-ea"/>
          <a:cs typeface="+mn-cs"/>
        </a:defRPr>
      </a:lvl8pPr>
      <a:lvl9pPr marL="6530975" algn="l" defTabSz="1632585"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jpeg"/><Relationship Id="rId2" Type="http://schemas.openxmlformats.org/officeDocument/2006/relationships/image" Target="../media/image4.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microsoft.com/office/2007/relationships/diagramDrawing" Target="../diagrams/drawing1.xml"/><Relationship Id="rId7" Type="http://schemas.openxmlformats.org/officeDocument/2006/relationships/diagramColors" Target="../diagrams/colors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microsoft.com/office/2007/relationships/diagramDrawing" Target="../diagrams/drawing2.xml"/><Relationship Id="rId7" Type="http://schemas.openxmlformats.org/officeDocument/2006/relationships/diagramColors" Target="../diagrams/colors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emf"/><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emf"/><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emf"/><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emf"/><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0"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2051"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2052"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2053" name="TextBox 19"/>
          <p:cNvSpPr txBox="1"/>
          <p:nvPr/>
        </p:nvSpPr>
        <p:spPr>
          <a:xfrm>
            <a:off x="2971800" y="266700"/>
            <a:ext cx="12877800" cy="1415415"/>
          </a:xfrm>
          <a:prstGeom prst="rect">
            <a:avLst/>
          </a:prstGeom>
          <a:noFill/>
          <a:ln w="9525">
            <a:noFill/>
          </a:ln>
        </p:spPr>
        <p:txBody>
          <a:bodyPr lIns="0" tIns="0" rIns="0" bIns="0">
            <a:spAutoFit/>
          </a:bodyPr>
          <a:p>
            <a:pPr algn="ctr">
              <a:lnSpc>
                <a:spcPts val="11040"/>
              </a:lnSpc>
              <a:buNone/>
            </a:pPr>
            <a:r>
              <a:rPr lang="en-IN" sz="6600" b="1" dirty="0">
                <a:latin typeface="Cambria" panose="02040503050406030204" pitchFamily="18" charset="0"/>
                <a:ea typeface="Cambria" panose="02040503050406030204" pitchFamily="18" charset="0"/>
              </a:rPr>
              <a:t>PHYSICS EQUATION SIMULATOR</a:t>
            </a:r>
            <a:endParaRPr lang="en-IN" sz="6600" b="1" dirty="0">
              <a:latin typeface="Cambria" panose="02040503050406030204" pitchFamily="18" charset="0"/>
              <a:ea typeface="Cambria" panose="02040503050406030204" pitchFamily="18" charset="0"/>
            </a:endParaRPr>
          </a:p>
        </p:txBody>
      </p:sp>
      <p:sp>
        <p:nvSpPr>
          <p:cNvPr id="7" name="Content Placeholder 6"/>
          <p:cNvSpPr>
            <a:spLocks noGrp="1"/>
          </p:cNvSpPr>
          <p:nvPr>
            <p:ph idx="1"/>
          </p:nvPr>
        </p:nvSpPr>
        <p:spPr>
          <a:xfrm>
            <a:off x="1600200" y="2400300"/>
            <a:ext cx="14850745" cy="3581400"/>
          </a:xfrm>
        </p:spPr>
        <p:txBody>
          <a:bodyPr vert="horz" lIns="163275" tIns="81642" rIns="163275" bIns="81642" rtlCol="0">
            <a:normAutofit fontScale="50000"/>
          </a:bodyPr>
          <a:lstStyle/>
          <a:p>
            <a:pPr>
              <a:buNone/>
            </a:pPr>
            <a:r>
              <a:rPr lang="en-US" b="1" dirty="0" smtClean="0">
                <a:sym typeface="+mn-ea"/>
              </a:rPr>
              <a:t>STUDENTS NAME:H</a:t>
            </a:r>
            <a:r>
              <a:rPr lang="en-IN" altLang="en-US" b="1" dirty="0" smtClean="0">
                <a:sym typeface="+mn-ea"/>
              </a:rPr>
              <a:t>ARISH</a:t>
            </a:r>
            <a:r>
              <a:rPr lang="en-US" b="1" dirty="0" smtClean="0">
                <a:sym typeface="+mn-ea"/>
              </a:rPr>
              <a:t> S</a:t>
            </a:r>
            <a:r>
              <a:rPr lang="en-IN" altLang="en-US" b="1" dirty="0" smtClean="0">
                <a:sym typeface="+mn-ea"/>
              </a:rPr>
              <a:t>ANJAY S</a:t>
            </a:r>
            <a:r>
              <a:rPr lang="en-US" b="1" dirty="0" smtClean="0">
                <a:sym typeface="+mn-ea"/>
              </a:rPr>
              <a:t>,S</a:t>
            </a:r>
            <a:r>
              <a:rPr lang="en-IN" altLang="en-US" b="1" dirty="0" smtClean="0">
                <a:sym typeface="+mn-ea"/>
              </a:rPr>
              <a:t>UMITMADHAVAN</a:t>
            </a:r>
            <a:r>
              <a:rPr lang="en-US" b="1" dirty="0" smtClean="0">
                <a:sym typeface="+mn-ea"/>
              </a:rPr>
              <a:t> S,T</a:t>
            </a:r>
            <a:r>
              <a:rPr lang="en-IN" altLang="en-US" b="1" dirty="0" smtClean="0">
                <a:sym typeface="+mn-ea"/>
              </a:rPr>
              <a:t>HUTHIKATHIPATHI</a:t>
            </a:r>
            <a:r>
              <a:rPr lang="en-US" b="1" dirty="0" smtClean="0">
                <a:sym typeface="+mn-ea"/>
              </a:rPr>
              <a:t> M,</a:t>
            </a:r>
            <a:r>
              <a:rPr lang="en-IN" altLang="en-US" b="1" dirty="0" smtClean="0">
                <a:sym typeface="+mn-ea"/>
              </a:rPr>
              <a:t>JAI GANESH</a:t>
            </a:r>
            <a:r>
              <a:rPr lang="en-US" b="1" dirty="0" smtClean="0">
                <a:sym typeface="+mn-ea"/>
              </a:rPr>
              <a:t> JC</a:t>
            </a:r>
            <a:endParaRPr lang="en-US" b="1" dirty="0" smtClean="0"/>
          </a:p>
          <a:p>
            <a:pPr>
              <a:buNone/>
            </a:pPr>
            <a:r>
              <a:rPr lang="en-US" b="1" dirty="0" smtClean="0">
                <a:sym typeface="+mn-ea"/>
              </a:rPr>
              <a:t>COLLEGE NAME:</a:t>
            </a:r>
            <a:r>
              <a:rPr lang="en-IN" altLang="en-US" b="1" dirty="0" smtClean="0">
                <a:sym typeface="+mn-ea"/>
              </a:rPr>
              <a:t>SRI SAIRAM INSTITUTE OF TECHNOLOGY</a:t>
            </a:r>
            <a:endParaRPr lang="en-IN" altLang="en-US" b="1" dirty="0" smtClean="0">
              <a:sym typeface="+mn-ea"/>
            </a:endParaRPr>
          </a:p>
          <a:p>
            <a:pPr>
              <a:buNone/>
            </a:pPr>
            <a:r>
              <a:rPr lang="en-US" b="1" dirty="0" smtClean="0">
                <a:sym typeface="+mn-ea"/>
              </a:rPr>
              <a:t>BATCH : </a:t>
            </a:r>
            <a:r>
              <a:rPr lang="en-IN" altLang="en-US" b="1" dirty="0" smtClean="0">
                <a:sym typeface="+mn-ea"/>
              </a:rPr>
              <a:t>02</a:t>
            </a:r>
            <a:endParaRPr lang="en-US" b="1" dirty="0" smtClean="0"/>
          </a:p>
          <a:p>
            <a:pPr>
              <a:buNone/>
            </a:pPr>
            <a:r>
              <a:rPr lang="en-US" b="1" dirty="0" smtClean="0">
                <a:sym typeface="+mn-ea"/>
              </a:rPr>
              <a:t>REGISTER NO :2303412414921018</a:t>
            </a:r>
            <a:r>
              <a:rPr lang="en-IN" altLang="en-US" b="1" dirty="0" smtClean="0">
                <a:sym typeface="+mn-ea"/>
              </a:rPr>
              <a:t>,2303412414911051,2303412414921054,2303412414921020</a:t>
            </a:r>
            <a:endParaRPr lang="en-US" b="1" dirty="0" smtClean="0"/>
          </a:p>
          <a:p>
            <a:pPr>
              <a:buNone/>
            </a:pPr>
            <a:r>
              <a:rPr lang="en-US" b="1" dirty="0" smtClean="0">
                <a:sym typeface="+mn-ea"/>
              </a:rPr>
              <a:t>SUPERVISOR:</a:t>
            </a:r>
            <a:r>
              <a:rPr lang="en-US" b="1" dirty="0" smtClean="0">
                <a:sym typeface="+mn-ea"/>
              </a:rPr>
              <a:t>Ms A</a:t>
            </a:r>
            <a:r>
              <a:rPr lang="en-IN" altLang="en-US" b="1" dirty="0" smtClean="0">
                <a:sym typeface="+mn-ea"/>
              </a:rPr>
              <a:t>ISWARYA PRIYADHARSHINI</a:t>
            </a:r>
            <a:r>
              <a:rPr lang="en-US" b="1" dirty="0" smtClean="0">
                <a:sym typeface="+mn-ea"/>
              </a:rPr>
              <a:t> S</a:t>
            </a:r>
            <a:endParaRPr lang="en-US" b="1" dirty="0" smtClean="0"/>
          </a:p>
          <a:p>
            <a:pPr>
              <a:buNone/>
            </a:pPr>
            <a:r>
              <a:rPr lang="en-US" b="1" dirty="0" smtClean="0">
                <a:sym typeface="+mn-ea"/>
              </a:rPr>
              <a:t>UNDER THE GUIDANCE OF:Ms A</a:t>
            </a:r>
            <a:r>
              <a:rPr lang="en-IN" altLang="en-US" b="1" dirty="0" smtClean="0">
                <a:sym typeface="+mn-ea"/>
              </a:rPr>
              <a:t>ISWARYA PRIYADHARSHINI</a:t>
            </a:r>
            <a:r>
              <a:rPr lang="en-US" b="1" dirty="0" smtClean="0">
                <a:sym typeface="+mn-ea"/>
              </a:rPr>
              <a:t> S</a:t>
            </a:r>
            <a:endParaRPr kumimoji="0" lang="en-US" sz="5700" b="1" i="0" u="none" strike="noStrike" kern="1200" cap="none" spc="0" normalizeH="0" baseline="0" noProof="0" dirty="0" smtClean="0">
              <a:ln>
                <a:noFill/>
              </a:ln>
              <a:solidFill>
                <a:schemeClr val="accent6">
                  <a:lumMod val="75000"/>
                </a:schemeClr>
              </a:solidFill>
              <a:effectLst/>
              <a:uLnTx/>
              <a:uFillTx/>
              <a:latin typeface="Cambria" panose="02040503050406030204" pitchFamily="18" charset="0"/>
              <a:ea typeface="Cambria" panose="02040503050406030204" pitchFamily="18" charset="0"/>
              <a:cs typeface="+mn-cs"/>
            </a:endParaRPr>
          </a:p>
        </p:txBody>
      </p:sp>
      <p:sp>
        <p:nvSpPr>
          <p:cNvPr id="15" name="Content Placeholder 6"/>
          <p:cNvSpPr txBox="1"/>
          <p:nvPr/>
        </p:nvSpPr>
        <p:spPr>
          <a:xfrm>
            <a:off x="304800" y="8420100"/>
            <a:ext cx="17678400" cy="647700"/>
          </a:xfrm>
          <a:prstGeom prst="rect">
            <a:avLst/>
          </a:prstGeom>
        </p:spPr>
        <p:txBody>
          <a:bodyPr vert="horz" lIns="163275" tIns="81642" rIns="163275" bIns="81642" rtlCol="0">
            <a:normAutofit lnSpcReduction="10000"/>
          </a:bodyPr>
          <a:lstStyle/>
          <a:p>
            <a:pPr marL="612140" marR="0" indent="-612140" defTabSz="1632585" fontAlgn="auto">
              <a:spcBef>
                <a:spcPct val="20000"/>
              </a:spcBef>
              <a:spcAft>
                <a:spcPts val="0"/>
              </a:spcAft>
              <a:buClrTx/>
              <a:buSzTx/>
              <a:buFontTx/>
              <a:buNone/>
              <a:defRPr/>
            </a:pPr>
            <a:endParaRPr kumimoji="0" lang="en-US" sz="3200" kern="1200" cap="none" spc="0" normalizeH="0" baseline="0" noProof="0" dirty="0" smtClean="0">
              <a:latin typeface="Cambria" panose="02040503050406030204" pitchFamily="18" charset="0"/>
              <a:ea typeface="Cambria" panose="02040503050406030204" pitchFamily="18" charset="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Picture 5"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3075" name="Picture 6"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3076" name="Picture 7"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graphicFrame>
        <p:nvGraphicFramePr>
          <p:cNvPr id="9" name="Table 8"/>
          <p:cNvGraphicFramePr>
            <a:graphicFrameLocks noGrp="1"/>
          </p:cNvGraphicFramePr>
          <p:nvPr/>
        </p:nvGraphicFramePr>
        <p:xfrm>
          <a:off x="990600" y="2628900"/>
          <a:ext cx="15925800" cy="5943600"/>
        </p:xfrm>
        <a:graphic>
          <a:graphicData uri="http://schemas.openxmlformats.org/drawingml/2006/table">
            <a:tbl>
              <a:tblPr firstRow="1" bandRow="1">
                <a:tableStyleId>{93296810-A885-4BE3-A3E7-6D5BEEA58F35}</a:tableStyleId>
              </a:tblPr>
              <a:tblGrid>
                <a:gridCol w="3981450"/>
                <a:gridCol w="3981450"/>
                <a:gridCol w="3981450"/>
                <a:gridCol w="3981450"/>
              </a:tblGrid>
              <a:tr h="1981199">
                <a:tc>
                  <a:txBody>
                    <a:bodyPr/>
                    <a:lstStyle/>
                    <a:p>
                      <a:pPr algn="ctr"/>
                      <a:r>
                        <a:rPr lang="en-US" sz="3200" dirty="0" smtClean="0"/>
                        <a:t>TITLE</a:t>
                      </a:r>
                      <a:endParaRPr lang="en-US" sz="3200" dirty="0"/>
                    </a:p>
                  </a:txBody>
                  <a:tcPr/>
                </a:tc>
                <a:tc>
                  <a:txBody>
                    <a:bodyPr/>
                    <a:lstStyle/>
                    <a:p>
                      <a:pPr algn="ctr"/>
                      <a:r>
                        <a:rPr lang="en-US" sz="3200" dirty="0" smtClean="0"/>
                        <a:t>PRIMARY</a:t>
                      </a:r>
                      <a:endParaRPr lang="en-US" sz="3200" dirty="0"/>
                    </a:p>
                  </a:txBody>
                  <a:tcPr/>
                </a:tc>
                <a:tc>
                  <a:txBody>
                    <a:bodyPr/>
                    <a:lstStyle/>
                    <a:p>
                      <a:pPr algn="ctr"/>
                      <a:r>
                        <a:rPr lang="en-US" sz="3200" dirty="0" smtClean="0"/>
                        <a:t>SECONDARY </a:t>
                      </a:r>
                      <a:endParaRPr lang="en-US" sz="3200" dirty="0"/>
                    </a:p>
                  </a:txBody>
                  <a:tcPr/>
                </a:tc>
                <a:tc>
                  <a:txBody>
                    <a:bodyPr/>
                    <a:lstStyle/>
                    <a:p>
                      <a:pPr algn="ctr"/>
                      <a:r>
                        <a:rPr lang="en-US" sz="3200" dirty="0" smtClean="0"/>
                        <a:t>TERITARY</a:t>
                      </a:r>
                      <a:endParaRPr lang="en-US" sz="3200" dirty="0"/>
                    </a:p>
                  </a:txBody>
                  <a:tcPr/>
                </a:tc>
              </a:tr>
              <a:tr h="1981199">
                <a:tc>
                  <a:txBody>
                    <a:bodyPr/>
                    <a:lstStyle/>
                    <a:p>
                      <a:pPr algn="ctr"/>
                      <a:r>
                        <a:rPr lang="en-US" sz="3200" dirty="0" smtClean="0"/>
                        <a:t>GOAL</a:t>
                      </a:r>
                      <a:endParaRPr lang="en-US" sz="3200" dirty="0"/>
                    </a:p>
                  </a:txBody>
                  <a:tcPr/>
                </a:tc>
                <a:tc>
                  <a:txBody>
                    <a:bodyPr/>
                    <a:lstStyle/>
                    <a:p>
                      <a:pPr algn="ctr"/>
                      <a:r>
                        <a:rPr lang="en-IN" altLang="en-US" sz="6000" b="1" dirty="0" smtClean="0">
                          <a:ln w="11430"/>
                          <a:solidFill>
                            <a:schemeClr val="tx1"/>
                          </a:solidFill>
                          <a:latin typeface="Bell MT" panose="02020503060305020303" pitchFamily="18" charset="0"/>
                          <a:sym typeface="+mn-ea"/>
                        </a:rPr>
                        <a:t>04</a:t>
                      </a:r>
                      <a:endParaRPr lang="en-IN" altLang="en-US" sz="6000" b="1" dirty="0" smtClean="0">
                        <a:ln w="11430"/>
                        <a:solidFill>
                          <a:schemeClr val="tx1"/>
                        </a:solidFill>
                        <a:latin typeface="Bell MT" panose="02020503060305020303" pitchFamily="18" charset="0"/>
                        <a:sym typeface="+mn-ea"/>
                      </a:endParaRPr>
                    </a:p>
                  </a:txBody>
                  <a:tcPr/>
                </a:tc>
                <a:tc>
                  <a:txBody>
                    <a:bodyPr/>
                    <a:lstStyle/>
                    <a:p>
                      <a:pPr algn="ctr"/>
                      <a:r>
                        <a:rPr lang="en-IN" altLang="en-US" sz="6000" b="1" dirty="0" smtClean="0">
                          <a:ln w="11430"/>
                          <a:solidFill>
                            <a:schemeClr val="tx1"/>
                          </a:solidFill>
                          <a:latin typeface="Bell MT" panose="02020503060305020303" pitchFamily="18" charset="0"/>
                          <a:sym typeface="+mn-ea"/>
                        </a:rPr>
                        <a:t>11</a:t>
                      </a:r>
                      <a:endParaRPr lang="en-IN" altLang="en-US" sz="6000" b="1" dirty="0" smtClean="0">
                        <a:ln w="11430"/>
                        <a:solidFill>
                          <a:schemeClr val="tx1"/>
                        </a:solidFill>
                        <a:latin typeface="Bell MT" panose="02020503060305020303" pitchFamily="18" charset="0"/>
                        <a:sym typeface="+mn-ea"/>
                      </a:endParaRPr>
                    </a:p>
                  </a:txBody>
                  <a:tcPr/>
                </a:tc>
                <a:tc>
                  <a:txBody>
                    <a:bodyPr/>
                    <a:lstStyle/>
                    <a:p>
                      <a:pPr algn="ctr"/>
                      <a:r>
                        <a:rPr lang="en-IN" altLang="en-US" sz="6000" b="1" dirty="0">
                          <a:ln w="11430"/>
                          <a:solidFill>
                            <a:schemeClr val="tx1"/>
                          </a:solidFill>
                          <a:latin typeface="Bell MT" panose="02020503060305020303" pitchFamily="18" charset="0"/>
                          <a:sym typeface="+mn-ea"/>
                        </a:rPr>
                        <a:t>17</a:t>
                      </a:r>
                      <a:endParaRPr lang="en-IN" altLang="en-US" sz="6000" b="1" dirty="0">
                        <a:ln w="11430"/>
                        <a:solidFill>
                          <a:schemeClr val="tx1"/>
                        </a:solidFill>
                        <a:latin typeface="Bell MT" panose="02020503060305020303" pitchFamily="18" charset="0"/>
                        <a:sym typeface="+mn-ea"/>
                      </a:endParaRPr>
                    </a:p>
                  </a:txBody>
                  <a:tcPr/>
                </a:tc>
              </a:tr>
              <a:tr h="1981199">
                <a:tc>
                  <a:txBody>
                    <a:bodyPr/>
                    <a:lstStyle/>
                    <a:p>
                      <a:pPr algn="ctr"/>
                      <a:r>
                        <a:rPr lang="en-US" sz="3200" dirty="0" smtClean="0"/>
                        <a:t>TARGET</a:t>
                      </a:r>
                      <a:endParaRPr lang="en-US" sz="3200" dirty="0"/>
                    </a:p>
                  </a:txBody>
                  <a:tcPr/>
                </a:tc>
                <a:tc>
                  <a:txBody>
                    <a:bodyPr/>
                    <a:lstStyle/>
                    <a:p>
                      <a:pPr algn="ctr"/>
                      <a:r>
                        <a:rPr lang="en-IN" altLang="en-US" sz="4800" b="1" dirty="0" smtClean="0">
                          <a:ln w="11430"/>
                          <a:solidFill>
                            <a:schemeClr val="tx1"/>
                          </a:solidFill>
                          <a:latin typeface="Bell MT" panose="02020503060305020303" pitchFamily="18" charset="0"/>
                          <a:sym typeface="+mn-ea"/>
                        </a:rPr>
                        <a:t>quality education</a:t>
                      </a:r>
                      <a:endParaRPr lang="en-IN" altLang="en-US" sz="4800" b="1" dirty="0" smtClean="0">
                        <a:ln w="11430"/>
                        <a:solidFill>
                          <a:schemeClr val="tx1"/>
                        </a:solidFill>
                        <a:latin typeface="Bell MT" panose="02020503060305020303" pitchFamily="18" charset="0"/>
                        <a:sym typeface="+mn-ea"/>
                      </a:endParaRPr>
                    </a:p>
                  </a:txBody>
                  <a:tcPr/>
                </a:tc>
                <a:tc>
                  <a:txBody>
                    <a:bodyPr/>
                    <a:lstStyle/>
                    <a:p>
                      <a:pPr algn="ctr"/>
                      <a:r>
                        <a:rPr lang="en-IN" altLang="en-US" sz="4800" b="1" dirty="0" smtClean="0">
                          <a:ln w="11430"/>
                          <a:solidFill>
                            <a:schemeClr val="tx1"/>
                          </a:solidFill>
                          <a:latin typeface="Bell MT" panose="02020503060305020303" pitchFamily="18" charset="0"/>
                          <a:sym typeface="+mn-ea"/>
                        </a:rPr>
                        <a:t>sustainable communities</a:t>
                      </a:r>
                      <a:endParaRPr lang="en-IN" altLang="en-US" sz="4800" b="1" dirty="0" smtClean="0">
                        <a:ln w="11430"/>
                        <a:solidFill>
                          <a:schemeClr val="tx1"/>
                        </a:solidFill>
                        <a:latin typeface="Bell MT" panose="02020503060305020303" pitchFamily="18" charset="0"/>
                        <a:sym typeface="+mn-ea"/>
                      </a:endParaRPr>
                    </a:p>
                  </a:txBody>
                  <a:tcPr/>
                </a:tc>
                <a:tc>
                  <a:txBody>
                    <a:bodyPr/>
                    <a:lstStyle/>
                    <a:p>
                      <a:pPr algn="ctr"/>
                      <a:r>
                        <a:rPr lang="en-IN" altLang="en-US" sz="4800" b="1" dirty="0">
                          <a:ln w="11430"/>
                          <a:solidFill>
                            <a:schemeClr val="tx1"/>
                          </a:solidFill>
                          <a:latin typeface="Bell MT" panose="02020503060305020303" pitchFamily="18" charset="0"/>
                          <a:sym typeface="+mn-ea"/>
                        </a:rPr>
                        <a:t>partnership for the goals</a:t>
                      </a:r>
                      <a:endParaRPr lang="en-IN" altLang="en-US" sz="4800" b="1" dirty="0">
                        <a:ln w="11430"/>
                        <a:solidFill>
                          <a:schemeClr val="tx1"/>
                        </a:solidFill>
                        <a:latin typeface="Bell MT" panose="02020503060305020303" pitchFamily="18" charset="0"/>
                        <a:sym typeface="+mn-ea"/>
                      </a:endParaRPr>
                    </a:p>
                  </a:txBody>
                  <a:tcPr/>
                </a:tc>
              </a:tr>
            </a:tbl>
          </a:graphicData>
        </a:graphic>
      </p:graphicFrame>
      <p:sp>
        <p:nvSpPr>
          <p:cNvPr id="3099" name="Title 9"/>
          <p:cNvSpPr>
            <a:spLocks noGrp="1"/>
          </p:cNvSpPr>
          <p:nvPr>
            <p:ph type="title"/>
          </p:nvPr>
        </p:nvSpPr>
        <p:spPr>
          <a:xfrm>
            <a:off x="3048000" y="190500"/>
            <a:ext cx="12573000" cy="1143000"/>
          </a:xfrm>
        </p:spPr>
        <p:txBody>
          <a:bodyPr vert="horz" wrap="square" lIns="163275" tIns="81642" rIns="163275" bIns="81642" anchor="ctr" anchorCtr="0"/>
          <a:p>
            <a:pPr>
              <a:buNone/>
            </a:pPr>
            <a:r>
              <a:rPr sz="3900" b="1" dirty="0"/>
              <a:t>JUSTIFICATION FOR SUSTAINABLE DEVELOPMENT GOAL</a:t>
            </a:r>
            <a:endParaRPr sz="39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8"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4099"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4100"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grpSp>
        <p:nvGrpSpPr>
          <p:cNvPr id="31" name="Group 39"/>
          <p:cNvGrpSpPr/>
          <p:nvPr/>
        </p:nvGrpSpPr>
        <p:grpSpPr>
          <a:xfrm>
            <a:off x="704160" y="7442640"/>
            <a:ext cx="1371240" cy="1371240"/>
            <a:chOff x="704160" y="7442640"/>
            <a:chExt cx="1371240" cy="1371240"/>
          </a:xfrm>
        </p:grpSpPr>
        <p:sp>
          <p:nvSpPr>
            <p:cNvPr id="32" name="Oval 40"/>
            <p:cNvSpPr/>
            <p:nvPr/>
          </p:nvSpPr>
          <p:spPr>
            <a:xfrm>
              <a:off x="704160" y="7442640"/>
              <a:ext cx="1371240" cy="137124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1371600">
                <a:lnSpc>
                  <a:spcPct val="100000"/>
                </a:lnSpc>
              </a:pPr>
              <a:endParaRPr lang="en-US" sz="2700" b="0" u="none" strike="noStrike">
                <a:solidFill>
                  <a:srgbClr val="FFFFFF"/>
                </a:solidFill>
                <a:uFillTx/>
                <a:latin typeface="Calibri" panose="020F0502020204030204"/>
              </a:endParaRPr>
            </a:p>
          </p:txBody>
        </p:sp>
        <p:sp>
          <p:nvSpPr>
            <p:cNvPr id="33" name="Shape 2932"/>
            <p:cNvSpPr/>
            <p:nvPr/>
          </p:nvSpPr>
          <p:spPr>
            <a:xfrm>
              <a:off x="1030680" y="7815960"/>
              <a:ext cx="718200" cy="587520"/>
            </a:xfrm>
            <a:custGeom>
              <a:avLst/>
              <a:gdLst>
                <a:gd name="textAreaLeft" fmla="*/ 0 w 718200"/>
                <a:gd name="textAreaRight" fmla="*/ 718560 w 718200"/>
                <a:gd name="textAreaTop" fmla="*/ 0 h 587520"/>
                <a:gd name="textAreaBottom" fmla="*/ 587880 h 587520"/>
              </a:gdLst>
              <a:ahLst/>
              <a:cxnLst/>
              <a:rect l="textAreaLeft" t="textAreaTop" r="textAreaRight" b="textAreaBottom"/>
              <a:pathLst>
                <a:path w="21600" h="2160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solidFill>
              <a:schemeClr val="bg1"/>
            </a:solidFill>
            <a:ln w="12700">
              <a:noFill/>
            </a:ln>
          </p:spPr>
          <p:style>
            <a:lnRef idx="0">
              <a:srgbClr val="FFFFFF"/>
            </a:lnRef>
            <a:fillRef idx="0">
              <a:srgbClr val="FFFFFF"/>
            </a:fillRef>
            <a:effectRef idx="0">
              <a:srgbClr val="FFFFFF"/>
            </a:effectRef>
            <a:fontRef idx="minor"/>
          </p:style>
          <p:txBody>
            <a:bodyPr lIns="57240" tIns="57240" rIns="57240" bIns="57240" anchor="ctr">
              <a:noAutofit/>
            </a:bodyPr>
            <a:p>
              <a:pPr defTabSz="685800">
                <a:lnSpc>
                  <a:spcPct val="100000"/>
                </a:lnSpc>
              </a:pPr>
              <a:endParaRPr lang="en-US" sz="4500" b="0" u="none" strike="noStrike">
                <a:solidFill>
                  <a:srgbClr val="FFFFFF"/>
                </a:solidFill>
                <a:uFillTx/>
                <a:latin typeface="Gill Sans"/>
                <a:ea typeface="Gill Sans"/>
              </a:endParaRPr>
            </a:p>
          </p:txBody>
        </p:sp>
      </p:grpSp>
      <p:sp>
        <p:nvSpPr>
          <p:cNvPr id="34" name="TextBox 42"/>
          <p:cNvSpPr/>
          <p:nvPr/>
        </p:nvSpPr>
        <p:spPr>
          <a:xfrm>
            <a:off x="4038610" y="168960"/>
            <a:ext cx="9198000" cy="9126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1371600">
              <a:lnSpc>
                <a:spcPct val="100000"/>
              </a:lnSpc>
            </a:pPr>
            <a:r>
              <a:rPr lang="en-US" sz="5400" b="1" u="none" strike="noStrike">
                <a:solidFill>
                  <a:schemeClr val="dk1"/>
                </a:solidFill>
                <a:uFillTx/>
                <a:latin typeface="Calibri" panose="020F0502020204030204"/>
              </a:rPr>
              <a:t>Who we are</a:t>
            </a:r>
            <a:endParaRPr lang="en-US" sz="5400" b="0" u="none" strike="noStrike">
              <a:solidFill>
                <a:srgbClr val="000000"/>
              </a:solidFill>
              <a:uFillTx/>
              <a:latin typeface="Arial" panose="020B0604020202020204"/>
            </a:endParaRPr>
          </a:p>
        </p:txBody>
      </p:sp>
      <p:sp>
        <p:nvSpPr>
          <p:cNvPr id="35" name="Rectangle 2"/>
          <p:cNvSpPr/>
          <p:nvPr/>
        </p:nvSpPr>
        <p:spPr>
          <a:xfrm>
            <a:off x="72000" y="1158840"/>
            <a:ext cx="8965565" cy="457835"/>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2400" b="0" u="none" strike="noStrike">
                <a:solidFill>
                  <a:srgbClr val="000000"/>
                </a:solidFill>
                <a:uFillTx/>
                <a:latin typeface="Avenir"/>
              </a:rPr>
              <a:t>Name of your Venture:</a:t>
            </a:r>
            <a:r>
              <a:rPr lang="en-IN" sz="2400" b="1" u="none" strike="noStrike">
                <a:solidFill>
                  <a:srgbClr val="000000"/>
                </a:solidFill>
                <a:uFillTx/>
                <a:latin typeface="Avenir"/>
              </a:rPr>
              <a:t>PHYSICS EQUATION SIMULATOR</a:t>
            </a:r>
            <a:endParaRPr lang="en-IN" sz="2400" b="1" u="none" strike="noStrike">
              <a:solidFill>
                <a:srgbClr val="000000"/>
              </a:solidFill>
              <a:uFillTx/>
              <a:latin typeface="Avenir"/>
            </a:endParaRPr>
          </a:p>
        </p:txBody>
      </p:sp>
      <p:sp>
        <p:nvSpPr>
          <p:cNvPr id="38" name="Rectangle 4"/>
          <p:cNvSpPr/>
          <p:nvPr/>
        </p:nvSpPr>
        <p:spPr>
          <a:xfrm>
            <a:off x="2482200" y="4717440"/>
            <a:ext cx="5415480" cy="36396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1800" b="0" u="none" strike="noStrike">
                <a:solidFill>
                  <a:srgbClr val="000000"/>
                </a:solidFill>
                <a:uFillTx/>
                <a:latin typeface="Avenir"/>
              </a:rPr>
              <a:t>Provide a brief on what does your venture do.</a:t>
            </a:r>
            <a:endParaRPr lang="en-US" sz="1800" b="0" u="none" strike="noStrike">
              <a:solidFill>
                <a:srgbClr val="000000"/>
              </a:solidFill>
              <a:uFillTx/>
              <a:latin typeface="Arial" panose="020B0604020202020204"/>
            </a:endParaRPr>
          </a:p>
        </p:txBody>
      </p:sp>
      <p:sp>
        <p:nvSpPr>
          <p:cNvPr id="39" name="Rectangle 45"/>
          <p:cNvSpPr/>
          <p:nvPr/>
        </p:nvSpPr>
        <p:spPr>
          <a:xfrm>
            <a:off x="2705400" y="1654920"/>
            <a:ext cx="1702800" cy="57744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3200" b="1" u="none" strike="noStrike">
                <a:solidFill>
                  <a:srgbClr val="000000"/>
                </a:solidFill>
                <a:uFillTx/>
                <a:latin typeface="Avenir"/>
              </a:rPr>
              <a:t>Why ? </a:t>
            </a:r>
            <a:endParaRPr lang="en-US" sz="3200" b="0" u="none" strike="noStrike">
              <a:solidFill>
                <a:srgbClr val="000000"/>
              </a:solidFill>
              <a:uFillTx/>
              <a:latin typeface="Arial" panose="020B0604020202020204"/>
            </a:endParaRPr>
          </a:p>
        </p:txBody>
      </p:sp>
      <p:sp>
        <p:nvSpPr>
          <p:cNvPr id="40" name="Rectangle 46"/>
          <p:cNvSpPr/>
          <p:nvPr/>
        </p:nvSpPr>
        <p:spPr>
          <a:xfrm>
            <a:off x="2469600" y="2196000"/>
            <a:ext cx="6486120" cy="36396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1800" b="0" u="none" strike="noStrike">
                <a:solidFill>
                  <a:srgbClr val="000000"/>
                </a:solidFill>
                <a:uFillTx/>
                <a:latin typeface="Avenir"/>
              </a:rPr>
              <a:t>Explain why do you want to pursue this Business Idea. </a:t>
            </a:r>
            <a:endParaRPr lang="en-US" sz="1800" b="0" u="none" strike="noStrike">
              <a:solidFill>
                <a:srgbClr val="000000"/>
              </a:solidFill>
              <a:uFillTx/>
              <a:latin typeface="Arial" panose="020B0604020202020204"/>
            </a:endParaRPr>
          </a:p>
        </p:txBody>
      </p:sp>
      <p:sp>
        <p:nvSpPr>
          <p:cNvPr id="41" name="Rectangle 47"/>
          <p:cNvSpPr/>
          <p:nvPr/>
        </p:nvSpPr>
        <p:spPr>
          <a:xfrm>
            <a:off x="2657520" y="4267440"/>
            <a:ext cx="2048400" cy="57744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3200" b="1" u="none" strike="noStrike">
                <a:solidFill>
                  <a:srgbClr val="000000"/>
                </a:solidFill>
                <a:uFillTx/>
                <a:latin typeface="Avenir"/>
              </a:rPr>
              <a:t>What  ? </a:t>
            </a:r>
            <a:endParaRPr lang="en-US" sz="3200" b="0" u="none" strike="noStrike">
              <a:solidFill>
                <a:srgbClr val="000000"/>
              </a:solidFill>
              <a:uFillTx/>
              <a:latin typeface="Arial" panose="020B0604020202020204"/>
            </a:endParaRPr>
          </a:p>
        </p:txBody>
      </p:sp>
      <p:sp>
        <p:nvSpPr>
          <p:cNvPr id="42" name="Rectangle 48"/>
          <p:cNvSpPr/>
          <p:nvPr/>
        </p:nvSpPr>
        <p:spPr>
          <a:xfrm>
            <a:off x="2638440" y="6857640"/>
            <a:ext cx="1836720" cy="57744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3200" b="1" u="none" strike="noStrike">
                <a:solidFill>
                  <a:srgbClr val="000000"/>
                </a:solidFill>
                <a:uFillTx/>
                <a:latin typeface="Avenir"/>
              </a:rPr>
              <a:t>How  ? </a:t>
            </a:r>
            <a:endParaRPr lang="en-US" sz="3200" b="0" u="none" strike="noStrike">
              <a:solidFill>
                <a:srgbClr val="000000"/>
              </a:solidFill>
              <a:uFillTx/>
              <a:latin typeface="Arial" panose="020B0604020202020204"/>
            </a:endParaRPr>
          </a:p>
        </p:txBody>
      </p:sp>
      <p:sp>
        <p:nvSpPr>
          <p:cNvPr id="43" name="Rectangle 50"/>
          <p:cNvSpPr/>
          <p:nvPr/>
        </p:nvSpPr>
        <p:spPr>
          <a:xfrm>
            <a:off x="2792880" y="5074560"/>
            <a:ext cx="8235360" cy="1560240"/>
          </a:xfrm>
          <a:prstGeom prst="rect">
            <a:avLst/>
          </a:prstGeom>
          <a:noFill/>
          <a:ln w="0">
            <a:solidFill>
              <a:srgbClr val="000000"/>
            </a:solid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914400">
              <a:lnSpc>
                <a:spcPct val="150000"/>
              </a:lnSpc>
            </a:pPr>
            <a:endParaRPr lang="en-IN" sz="2100" b="0" u="none" strike="noStrike">
              <a:solidFill>
                <a:schemeClr val="dk1"/>
              </a:solidFill>
              <a:uFillTx/>
              <a:latin typeface="Calibri" panose="020F0502020204030204"/>
            </a:endParaRPr>
          </a:p>
        </p:txBody>
      </p:sp>
      <p:sp>
        <p:nvSpPr>
          <p:cNvPr id="44" name="Rectangle 51"/>
          <p:cNvSpPr/>
          <p:nvPr/>
        </p:nvSpPr>
        <p:spPr>
          <a:xfrm>
            <a:off x="2851920" y="2591640"/>
            <a:ext cx="8235360" cy="1560240"/>
          </a:xfrm>
          <a:prstGeom prst="rect">
            <a:avLst/>
          </a:prstGeom>
          <a:noFill/>
          <a:ln w="0">
            <a:solidFill>
              <a:srgbClr val="000000"/>
            </a:solid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914400">
              <a:lnSpc>
                <a:spcPct val="150000"/>
              </a:lnSpc>
            </a:pPr>
            <a:endParaRPr lang="en-IN" sz="2100" b="0" u="none" strike="noStrike">
              <a:solidFill>
                <a:schemeClr val="dk1"/>
              </a:solidFill>
              <a:uFillTx/>
              <a:latin typeface="Calibri" panose="020F0502020204030204"/>
            </a:endParaRPr>
          </a:p>
        </p:txBody>
      </p:sp>
      <p:sp>
        <p:nvSpPr>
          <p:cNvPr id="45" name="Rectangle 52"/>
          <p:cNvSpPr/>
          <p:nvPr/>
        </p:nvSpPr>
        <p:spPr>
          <a:xfrm>
            <a:off x="2348640" y="7452000"/>
            <a:ext cx="8063640" cy="36396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1800" b="0" u="none" strike="noStrike">
                <a:solidFill>
                  <a:srgbClr val="000000"/>
                </a:solidFill>
                <a:uFillTx/>
                <a:latin typeface="Avenir"/>
              </a:rPr>
              <a:t>Explain how your venture solves the problem and make its revenue. </a:t>
            </a:r>
            <a:endParaRPr lang="en-US" sz="1800" b="0" u="none" strike="noStrike">
              <a:solidFill>
                <a:srgbClr val="000000"/>
              </a:solidFill>
              <a:uFillTx/>
              <a:latin typeface="Arial" panose="020B0604020202020204"/>
            </a:endParaRPr>
          </a:p>
        </p:txBody>
      </p:sp>
      <p:sp>
        <p:nvSpPr>
          <p:cNvPr id="46" name="Rectangle 53"/>
          <p:cNvSpPr/>
          <p:nvPr/>
        </p:nvSpPr>
        <p:spPr>
          <a:xfrm>
            <a:off x="2805840" y="7857360"/>
            <a:ext cx="8235360" cy="1560240"/>
          </a:xfrm>
          <a:prstGeom prst="rect">
            <a:avLst/>
          </a:prstGeom>
          <a:noFill/>
          <a:ln w="0">
            <a:solidFill>
              <a:srgbClr val="000000"/>
            </a:solid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914400">
              <a:lnSpc>
                <a:spcPct val="150000"/>
              </a:lnSpc>
            </a:pPr>
            <a:endParaRPr lang="en-IN" sz="2100" b="0" u="none" strike="noStrike">
              <a:solidFill>
                <a:schemeClr val="dk1"/>
              </a:solidFill>
              <a:uFillTx/>
              <a:latin typeface="Calibri" panose="020F0502020204030204"/>
            </a:endParaRPr>
          </a:p>
        </p:txBody>
      </p:sp>
      <p:pic>
        <p:nvPicPr>
          <p:cNvPr id="47" name="Graphic 23" descr="Lightbulb and gear with solid fill"/>
          <p:cNvPicPr/>
          <p:nvPr/>
        </p:nvPicPr>
        <p:blipFill>
          <a:blip r:embed="rId4">
            <a:extLst>
              <a:ext uri="{96DAC541-7B7A-43D3-8B79-37D633B846F1}">
                <asvg:svgBlip xmlns:asvg="http://schemas.microsoft.com/office/drawing/2016/SVG/main" r:embed="rId5"/>
              </a:ext>
            </a:extLst>
          </a:blip>
          <a:stretch>
            <a:fillRect/>
          </a:stretch>
        </p:blipFill>
        <p:spPr>
          <a:xfrm>
            <a:off x="796320" y="5074560"/>
            <a:ext cx="1289880" cy="1414080"/>
          </a:xfrm>
          <a:prstGeom prst="rect">
            <a:avLst/>
          </a:prstGeom>
        </p:spPr>
      </p:pic>
      <p:pic>
        <p:nvPicPr>
          <p:cNvPr id="48" name="Graphic 19" descr="Dance steps with solid fill"/>
          <p:cNvPicPr/>
          <p:nvPr/>
        </p:nvPicPr>
        <p:blipFill>
          <a:blip r:embed="rId6">
            <a:extLst>
              <a:ext uri="{96DAC541-7B7A-43D3-8B79-37D633B846F1}">
                <asvg:svgBlip xmlns:asvg="http://schemas.microsoft.com/office/drawing/2016/SVG/main" r:embed="rId7"/>
              </a:ext>
            </a:extLst>
          </a:blip>
          <a:stretch>
            <a:fillRect/>
          </a:stretch>
        </p:blipFill>
        <p:spPr>
          <a:xfrm>
            <a:off x="834840" y="2737800"/>
            <a:ext cx="1251000" cy="1186200"/>
          </a:xfrm>
          <a:prstGeom prst="rect">
            <a:avLst/>
          </a:prstGeom>
        </p:spPr>
      </p:pic>
      <p:sp>
        <p:nvSpPr>
          <p:cNvPr id="49" name="Text Box 1"/>
          <p:cNvSpPr/>
          <p:nvPr/>
        </p:nvSpPr>
        <p:spPr>
          <a:xfrm>
            <a:off x="3048480" y="2559960"/>
            <a:ext cx="6095520" cy="1186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pPr>
            <a:r>
              <a:rPr lang="en-IN" sz="1800" b="0" u="none" strike="noStrike">
                <a:solidFill>
                  <a:schemeClr val="dk1"/>
                </a:solidFill>
                <a:uFillTx/>
                <a:latin typeface="Calibri" panose="020F0502020204030204"/>
              </a:rPr>
              <a:t>Our motive to pursue this business idea is that we are passionate about educating students in a way where all the syllabus thought to us can be applied in real world</a:t>
            </a:r>
            <a:endParaRPr lang="en-US" sz="1800" b="0" u="none" strike="noStrike">
              <a:solidFill>
                <a:srgbClr val="000000"/>
              </a:solidFill>
              <a:uFillTx/>
              <a:latin typeface="Arial" panose="020B0604020202020204"/>
            </a:endParaRPr>
          </a:p>
        </p:txBody>
      </p:sp>
      <p:sp>
        <p:nvSpPr>
          <p:cNvPr id="50" name="Text Box 6"/>
          <p:cNvSpPr/>
          <p:nvPr/>
        </p:nvSpPr>
        <p:spPr>
          <a:xfrm>
            <a:off x="3048120" y="5295960"/>
            <a:ext cx="6095520" cy="1186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pPr>
            <a:r>
              <a:rPr lang="en-IN" sz="1800" b="0" u="none" strike="noStrike">
                <a:solidFill>
                  <a:schemeClr val="dk1"/>
                </a:solidFill>
                <a:uFillTx/>
                <a:latin typeface="Calibri" panose="020F0502020204030204"/>
              </a:rPr>
              <a:t>Our venture will ensure that all the complex physics equation can be simulated in real time so that the students can grasp ideas well and deep knowledge of the related topic</a:t>
            </a:r>
            <a:endParaRPr lang="en-US" sz="1800" b="0" u="none" strike="noStrike">
              <a:solidFill>
                <a:srgbClr val="000000"/>
              </a:solidFill>
              <a:uFillTx/>
              <a:latin typeface="Arial" panose="020B0604020202020204"/>
            </a:endParaRPr>
          </a:p>
        </p:txBody>
      </p:sp>
      <p:sp>
        <p:nvSpPr>
          <p:cNvPr id="51" name="Text Box 7"/>
          <p:cNvSpPr/>
          <p:nvPr/>
        </p:nvSpPr>
        <p:spPr>
          <a:xfrm>
            <a:off x="2971800" y="7962840"/>
            <a:ext cx="6095520" cy="14612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pPr>
            <a:r>
              <a:rPr lang="en-IN" sz="1800" b="0" u="none" strike="noStrike">
                <a:solidFill>
                  <a:schemeClr val="dk1"/>
                </a:solidFill>
                <a:uFillTx/>
                <a:latin typeface="Calibri" panose="020F0502020204030204"/>
              </a:rPr>
              <a:t>Our venture solves the problem by making the students ready to apply all the equations and theories thought to them in real world applications and our venture make its revenue by subscription model or product purchase model</a:t>
            </a:r>
            <a:endParaRPr lang="en-US" sz="1800" b="0" u="none" strike="noStrike">
              <a:solidFill>
                <a:srgbClr val="000000"/>
              </a:solidFill>
              <a:uFillTx/>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repl">
                                        <p:cTn id="7" dur="500" fill="hold"/>
                                        <p:tgtEl>
                                          <p:spTgt spid="31"/>
                                        </p:tgtEl>
                                        <p:attrNameLst>
                                          <p:attrName>ppt_w</p:attrName>
                                        </p:attrNameLst>
                                      </p:cBhvr>
                                      <p:tavLst>
                                        <p:tav tm="0">
                                          <p:val>
                                            <p:fltVal val="0"/>
                                          </p:val>
                                        </p:tav>
                                        <p:tav tm="100000">
                                          <p:val>
                                            <p:strVal val="#ppt_w"/>
                                          </p:val>
                                        </p:tav>
                                      </p:tavLst>
                                    </p:anim>
                                    <p:anim calcmode="lin" valueType="num">
                                      <p:cBhvr additive="repl">
                                        <p:cTn id="8" dur="500" fill="hold"/>
                                        <p:tgtEl>
                                          <p:spTgt spid="31"/>
                                        </p:tgtEl>
                                        <p:attrNameLst>
                                          <p:attrName>ppt_h</p:attrName>
                                        </p:attrNameLst>
                                      </p:cBhvr>
                                      <p:tavLst>
                                        <p:tav tm="0">
                                          <p:val>
                                            <p:fltVal val="0"/>
                                          </p:val>
                                        </p:tav>
                                        <p:tav tm="100000">
                                          <p:val>
                                            <p:strVal val="#ppt_h"/>
                                          </p:val>
                                        </p:tav>
                                      </p:tavLst>
                                    </p:anim>
                                    <p:anim calcmode="lin" valueType="num">
                                      <p:cBhvr additive="repl">
                                        <p:cTn id="9" dur="500" fill="hold"/>
                                        <p:tgtEl>
                                          <p:spTgt spid="31"/>
                                        </p:tgtEl>
                                        <p:attrNameLst>
                                          <p:attrName>r</p:attrName>
                                        </p:attrNameLst>
                                      </p:cBhvr>
                                      <p:tavLst>
                                        <p:tav tm="0">
                                          <p:val>
                                            <p:fltVal val="360"/>
                                          </p:val>
                                        </p:tav>
                                        <p:tav tm="100000">
                                          <p:val>
                                            <p:fltVal val="0"/>
                                          </p:val>
                                        </p:tav>
                                      </p:tavLst>
                                    </p:anim>
                                    <p:animEffect transition="in" filter="fade">
                                      <p:cBhvr additive="repl">
                                        <p:cTn id="10" dur="500"/>
                                        <p:tgtEl>
                                          <p:spTgt spid="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5123"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5124"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7" name="object 4"/>
          <p:cNvSpPr txBox="1">
            <a:spLocks noGrp="1"/>
          </p:cNvSpPr>
          <p:nvPr>
            <p:ph type="sldNum" sz="quarter" idx="12"/>
          </p:nvPr>
        </p:nvSpPr>
        <p:spPr>
          <a:xfrm>
            <a:off x="6718300" y="6602413"/>
            <a:ext cx="2187575" cy="338138"/>
          </a:xfrm>
          <a:noFill/>
        </p:spPr>
        <p:txBody>
          <a:bodyPr vert="horz" wrap="square" lIns="0" tIns="14323" rIns="0" bIns="0" rtlCol="0" anchor="ctr">
            <a:spAutoFit/>
          </a:bodyPr>
          <a:lstStyle>
            <a:lvl1pPr marL="0" lvl="0" indent="0" algn="l" defTabSz="91313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5930" lvl="1"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3130" lvl="2"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0330" lvl="3"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7530" lvl="4" indent="1270" algn="l" defTabSz="91313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marL="38100" lvl="0" indent="0" algn="r">
              <a:spcBef>
                <a:spcPts val="115"/>
              </a:spcBef>
              <a:buNone/>
            </a:pPr>
            <a:fld id="{9A0DB2DC-4C9A-4742-B13C-FB6460FD3503}" type="slidenum">
              <a:rPr lang="zh-CN" altLang="x-none" sz="2100">
                <a:solidFill>
                  <a:srgbClr val="898989"/>
                </a:solidFill>
                <a:latin typeface="Verdana" panose="020B0604030504040204" pitchFamily="34" charset="0"/>
                <a:cs typeface="Verdana" panose="020B0604030504040204" pitchFamily="34" charset="0"/>
              </a:rPr>
            </a:fld>
            <a:endParaRPr lang="zh-CN" altLang="x-none" sz="2100">
              <a:solidFill>
                <a:srgbClr val="898989"/>
              </a:solidFill>
              <a:latin typeface="Verdana" panose="020B0604030504040204" pitchFamily="34" charset="0"/>
              <a:ea typeface="Verdana" panose="020B0604030504040204" pitchFamily="34" charset="0"/>
              <a:cs typeface="Verdana" panose="020B0604030504040204" pitchFamily="34" charset="0"/>
            </a:endParaRPr>
          </a:p>
        </p:txBody>
      </p:sp>
      <p:sp>
        <p:nvSpPr>
          <p:cNvPr id="14" name="Rectangle 13"/>
          <p:cNvSpPr/>
          <p:nvPr/>
        </p:nvSpPr>
        <p:spPr>
          <a:xfrm>
            <a:off x="914400" y="6815138"/>
            <a:ext cx="9144000" cy="1117600"/>
          </a:xfrm>
          <a:prstGeom prst="rect">
            <a:avLst/>
          </a:prstGeom>
        </p:spPr>
        <p:txBody>
          <a:bodyPr lIns="91439" tIns="45719" rIns="91439" bIns="45719">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93345" marR="0" lvl="0" indent="0" algn="l" defTabSz="914400" rtl="0" eaLnBrk="1" fontAlgn="auto" latinLnBrk="0" hangingPunct="1">
              <a:lnSpc>
                <a:spcPct val="100000"/>
              </a:lnSpc>
              <a:spcBef>
                <a:spcPts val="195"/>
              </a:spcBef>
              <a:spcAft>
                <a:spcPts val="0"/>
              </a:spcAft>
              <a:buClrTx/>
              <a:buSzTx/>
              <a:buFontTx/>
              <a:buNone/>
              <a:defRPr/>
            </a:pPr>
            <a:endParaRPr kumimoji="0" lang="en-US" sz="1100" b="0" i="0" u="none" strike="noStrike" kern="1200" cap="none" spc="-82" normalizeH="0" baseline="0" noProof="0" dirty="0">
              <a:ln>
                <a:noFill/>
              </a:ln>
              <a:solidFill>
                <a:schemeClr val="tx1"/>
              </a:solidFill>
              <a:effectLst/>
              <a:uLnTx/>
              <a:uFillTx/>
              <a:latin typeface="Verdana" panose="020B0604030504040204" pitchFamily="34" charset="0"/>
              <a:ea typeface="Verdana" panose="020B0604030504040204" pitchFamily="34" charset="0"/>
              <a:cs typeface="Open Sans" panose="020B060603050402020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53" name="object 2"/>
          <p:cNvGraphicFramePr/>
          <p:nvPr/>
        </p:nvGraphicFramePr>
        <p:xfrm>
          <a:off x="609480" y="1784160"/>
          <a:ext cx="15531480" cy="5873760"/>
        </p:xfrm>
        <a:graphic>
          <a:graphicData uri="http://schemas.openxmlformats.org/drawingml/2006/table">
            <a:tbl>
              <a:tblPr/>
              <a:tblGrid>
                <a:gridCol w="5175720"/>
                <a:gridCol w="5175720"/>
                <a:gridCol w="5180040"/>
              </a:tblGrid>
              <a:tr h="2849400">
                <a:tc>
                  <a:txBody>
                    <a:bodyPr>
                      <a:spAutoFit/>
                    </a:bodyPr>
                    <a:p>
                      <a:pPr marL="85090" defTabSz="914400">
                        <a:lnSpc>
                          <a:spcPct val="100000"/>
                        </a:lnSpc>
                        <a:spcBef>
                          <a:spcPts val="635"/>
                        </a:spcBef>
                      </a:pPr>
                      <a:r>
                        <a:rPr lang="en-US" sz="1400" b="1" u="none" strike="noStrike" spc="-119">
                          <a:solidFill>
                            <a:schemeClr val="dk1"/>
                          </a:solidFill>
                          <a:uFillTx/>
                          <a:latin typeface="Verdana" panose="020B0604030504040204"/>
                          <a:ea typeface="Verdana" panose="020B0604030504040204"/>
                        </a:rPr>
                        <a:t>CONTEXT</a:t>
                      </a:r>
                      <a:endParaRPr lang="en-US" sz="1400" b="0" u="none" strike="noStrike">
                        <a:solidFill>
                          <a:srgbClr val="000000"/>
                        </a:solidFill>
                        <a:uFillTx/>
                        <a:latin typeface="Arial" panose="020B0604020202020204"/>
                      </a:endParaRPr>
                    </a:p>
                    <a:p>
                      <a:pPr marL="85090" defTabSz="914400">
                        <a:lnSpc>
                          <a:spcPct val="100000"/>
                        </a:lnSpc>
                      </a:pPr>
                      <a:r>
                        <a:rPr lang="en-US" sz="1400" b="0" u="none" strike="noStrike" spc="-71">
                          <a:solidFill>
                            <a:schemeClr val="dk1"/>
                          </a:solidFill>
                          <a:uFillTx/>
                          <a:latin typeface="Verdana" panose="020B0604030504040204"/>
                          <a:ea typeface="Verdana" panose="020B0604030504040204"/>
                        </a:rPr>
                        <a:t>When</a:t>
                      </a:r>
                      <a:r>
                        <a:rPr lang="en-US" sz="1400" b="0" u="none" strike="noStrike" spc="-196">
                          <a:solidFill>
                            <a:schemeClr val="dk1"/>
                          </a:solidFill>
                          <a:uFillTx/>
                          <a:latin typeface="Verdana" panose="020B0604030504040204"/>
                          <a:ea typeface="Verdana" panose="020B0604030504040204"/>
                        </a:rPr>
                        <a:t> </a:t>
                      </a:r>
                      <a:r>
                        <a:rPr lang="en-US" sz="1400" b="0" u="none" strike="noStrike" spc="-34">
                          <a:solidFill>
                            <a:schemeClr val="dk1"/>
                          </a:solidFill>
                          <a:uFillTx/>
                          <a:latin typeface="Verdana" panose="020B0604030504040204"/>
                          <a:ea typeface="Verdana" panose="020B0604030504040204"/>
                        </a:rPr>
                        <a:t>does</a:t>
                      </a:r>
                      <a:r>
                        <a:rPr lang="en-IN" sz="1400" b="0" u="none" strike="noStrike" spc="-34">
                          <a:solidFill>
                            <a:schemeClr val="dk1"/>
                          </a:solidFill>
                          <a:uFillTx/>
                          <a:latin typeface="Verdana" panose="020B0604030504040204"/>
                          <a:ea typeface="Verdana" panose="020B0604030504040204"/>
                        </a:rPr>
                        <a:t> </a:t>
                      </a:r>
                      <a:r>
                        <a:rPr lang="en-US" sz="1400" b="0" u="none" strike="noStrike" spc="-34">
                          <a:solidFill>
                            <a:schemeClr val="dk1"/>
                          </a:solidFill>
                          <a:uFillTx/>
                          <a:latin typeface="Verdana" panose="020B0604030504040204"/>
                          <a:ea typeface="Verdana" panose="020B0604030504040204"/>
                        </a:rPr>
                        <a:t>the</a:t>
                      </a:r>
                      <a:r>
                        <a:rPr lang="en-IN" sz="1400" b="0" u="none" strike="noStrike" spc="-34">
                          <a:solidFill>
                            <a:schemeClr val="dk1"/>
                          </a:solidFill>
                          <a:uFillTx/>
                          <a:latin typeface="Verdana" panose="020B0604030504040204"/>
                          <a:ea typeface="Verdana" panose="020B0604030504040204"/>
                        </a:rPr>
                        <a:t> </a:t>
                      </a:r>
                      <a:r>
                        <a:rPr lang="en-US" sz="1400" b="0" u="none" strike="noStrike" spc="-85">
                          <a:solidFill>
                            <a:schemeClr val="dk1"/>
                          </a:solidFill>
                          <a:uFillTx/>
                          <a:latin typeface="Verdana" panose="020B0604030504040204"/>
                          <a:ea typeface="Verdana" panose="020B0604030504040204"/>
                        </a:rPr>
                        <a:t>p</a:t>
                      </a:r>
                      <a:r>
                        <a:rPr lang="en-US" sz="1400" b="0" u="none" strike="noStrike" spc="-96">
                          <a:solidFill>
                            <a:schemeClr val="dk1"/>
                          </a:solidFill>
                          <a:uFillTx/>
                          <a:latin typeface="Verdana" panose="020B0604030504040204"/>
                          <a:ea typeface="Verdana" panose="020B0604030504040204"/>
                        </a:rPr>
                        <a:t>r</a:t>
                      </a:r>
                      <a:r>
                        <a:rPr lang="en-US" sz="1400" b="0" u="none" strike="noStrike" spc="-91">
                          <a:solidFill>
                            <a:schemeClr val="dk1"/>
                          </a:solidFill>
                          <a:uFillTx/>
                          <a:latin typeface="Verdana" panose="020B0604030504040204"/>
                          <a:ea typeface="Verdana" panose="020B0604030504040204"/>
                        </a:rPr>
                        <a:t>o</a:t>
                      </a:r>
                      <a:r>
                        <a:rPr lang="en-US" sz="1400" b="0" u="none" strike="noStrike" spc="-85">
                          <a:solidFill>
                            <a:schemeClr val="dk1"/>
                          </a:solidFill>
                          <a:uFillTx/>
                          <a:latin typeface="Verdana" panose="020B0604030504040204"/>
                          <a:ea typeface="Verdana" panose="020B0604030504040204"/>
                        </a:rPr>
                        <a:t>b</a:t>
                      </a:r>
                      <a:r>
                        <a:rPr lang="en-US" sz="1400" b="0" u="none" strike="noStrike" spc="-60">
                          <a:solidFill>
                            <a:schemeClr val="dk1"/>
                          </a:solidFill>
                          <a:uFillTx/>
                          <a:latin typeface="Verdana" panose="020B0604030504040204"/>
                          <a:ea typeface="Verdana" panose="020B0604030504040204"/>
                        </a:rPr>
                        <a:t>l</a:t>
                      </a:r>
                      <a:r>
                        <a:rPr lang="en-US" sz="1400" b="0" u="none" strike="noStrike" spc="-96">
                          <a:solidFill>
                            <a:schemeClr val="dk1"/>
                          </a:solidFill>
                          <a:uFillTx/>
                          <a:latin typeface="Verdana" panose="020B0604030504040204"/>
                          <a:ea typeface="Verdana" panose="020B0604030504040204"/>
                        </a:rPr>
                        <a:t>e</a:t>
                      </a:r>
                      <a:r>
                        <a:rPr lang="en-US" sz="1400" b="0" u="none" strike="noStrike">
                          <a:solidFill>
                            <a:schemeClr val="dk1"/>
                          </a:solidFill>
                          <a:uFillTx/>
                          <a:latin typeface="Verdana" panose="020B0604030504040204"/>
                          <a:ea typeface="Verdana" panose="020B0604030504040204"/>
                        </a:rPr>
                        <a:t>m</a:t>
                      </a:r>
                      <a:r>
                        <a:rPr lang="en-US" sz="1400" b="0" u="none" strike="noStrike" spc="-255">
                          <a:solidFill>
                            <a:schemeClr val="dk1"/>
                          </a:solidFill>
                          <a:uFillTx/>
                          <a:latin typeface="Verdana" panose="020B0604030504040204"/>
                          <a:ea typeface="Verdana" panose="020B0604030504040204"/>
                        </a:rPr>
                        <a:t> </a:t>
                      </a:r>
                      <a:r>
                        <a:rPr lang="en-US" sz="1400" b="0" u="none" strike="noStrike" spc="-71">
                          <a:solidFill>
                            <a:schemeClr val="dk1"/>
                          </a:solidFill>
                          <a:uFillTx/>
                          <a:latin typeface="Verdana" panose="020B0604030504040204"/>
                          <a:ea typeface="Verdana" panose="020B0604030504040204"/>
                        </a:rPr>
                        <a:t>o</a:t>
                      </a:r>
                      <a:r>
                        <a:rPr lang="en-US" sz="1400" b="0" u="none" strike="noStrike" spc="-65">
                          <a:solidFill>
                            <a:schemeClr val="dk1"/>
                          </a:solidFill>
                          <a:uFillTx/>
                          <a:latin typeface="Verdana" panose="020B0604030504040204"/>
                          <a:ea typeface="Verdana" panose="020B0604030504040204"/>
                        </a:rPr>
                        <a:t>cc</a:t>
                      </a:r>
                      <a:r>
                        <a:rPr lang="en-US" sz="1400" b="0" u="none" strike="noStrike" spc="-45">
                          <a:solidFill>
                            <a:schemeClr val="dk1"/>
                          </a:solidFill>
                          <a:uFillTx/>
                          <a:latin typeface="Verdana" panose="020B0604030504040204"/>
                          <a:ea typeface="Verdana" panose="020B0604030504040204"/>
                        </a:rPr>
                        <a:t>u</a:t>
                      </a:r>
                      <a:r>
                        <a:rPr lang="en-US" sz="1400" b="0" u="none" strike="noStrike" spc="-54">
                          <a:solidFill>
                            <a:schemeClr val="dk1"/>
                          </a:solidFill>
                          <a:uFillTx/>
                          <a:latin typeface="Verdana" panose="020B0604030504040204"/>
                          <a:ea typeface="Verdana" panose="020B0604030504040204"/>
                        </a:rPr>
                        <a:t>r</a:t>
                      </a:r>
                      <a:r>
                        <a:rPr lang="en-US" sz="1400" b="0" u="none" strike="noStrike">
                          <a:solidFill>
                            <a:schemeClr val="dk1"/>
                          </a:solidFill>
                          <a:uFillTx/>
                          <a:latin typeface="Verdana" panose="020B0604030504040204"/>
                          <a:ea typeface="Verdana" panose="020B0604030504040204"/>
                        </a:rPr>
                        <a:t>?</a:t>
                      </a:r>
                      <a:endParaRPr lang="en-US" sz="1400" b="0" u="none" strike="noStrike">
                        <a:solidFill>
                          <a:srgbClr val="000000"/>
                        </a:solidFill>
                        <a:uFillTx/>
                        <a:latin typeface="Arial" panose="020B0604020202020204"/>
                      </a:endParaRPr>
                    </a:p>
                    <a:p>
                      <a:pPr marL="85090" defTabSz="914400">
                        <a:lnSpc>
                          <a:spcPct val="100000"/>
                        </a:lnSpc>
                      </a:pPr>
                      <a:r>
                        <a:rPr lang="en-IN" sz="1400" b="0" u="none" strike="noStrike">
                          <a:solidFill>
                            <a:schemeClr val="dk1"/>
                          </a:solidFill>
                          <a:uFillTx/>
                          <a:latin typeface="Verdana" panose="020B0604030504040204"/>
                          <a:ea typeface="Verdana" panose="020B0604030504040204"/>
                        </a:rPr>
                        <a:t>The problem occurs when the student fear the subject and studies syllabus just so they can perform well in their academics rather not focusing on the main objective of the syllabus which is to apply the tought subject in real world applications and solve real world problems</a:t>
                      </a:r>
                      <a:endParaRPr lang="en-US" sz="1400" b="0" u="none" strike="noStrike">
                        <a:solidFill>
                          <a:srgbClr val="000000"/>
                        </a:solidFill>
                        <a:uFillTx/>
                        <a:latin typeface="Arial" panose="020B0604020202020204"/>
                      </a:endParaRPr>
                    </a:p>
                  </a:txBody>
                  <a:tcPr marL="0" marR="0" marT="82440" marB="0" anchor="t">
                    <a:lnL w="9360">
                      <a:solidFill>
                        <a:srgbClr val="FBBD00"/>
                      </a:solidFill>
                      <a:prstDash val="solid"/>
                    </a:lnL>
                    <a:lnR w="12240">
                      <a:solidFill>
                        <a:srgbClr val="FBBD00"/>
                      </a:solidFill>
                      <a:prstDash val="solid"/>
                    </a:lnR>
                    <a:lnT w="9360">
                      <a:solidFill>
                        <a:srgbClr val="FBBD00"/>
                      </a:solidFill>
                      <a:prstDash val="solid"/>
                    </a:lnT>
                    <a:lnB w="9360">
                      <a:solidFill>
                        <a:srgbClr val="FBBD00"/>
                      </a:solidFill>
                      <a:prstDash val="solid"/>
                    </a:lnB>
                    <a:noFill/>
                  </a:tcPr>
                </a:tc>
                <a:tc>
                  <a:txBody>
                    <a:bodyPr>
                      <a:spAutoFit/>
                    </a:bodyPr>
                    <a:p>
                      <a:pPr marL="84455" defTabSz="914400">
                        <a:lnSpc>
                          <a:spcPct val="100000"/>
                        </a:lnSpc>
                        <a:spcBef>
                          <a:spcPts val="635"/>
                        </a:spcBef>
                      </a:pPr>
                      <a:r>
                        <a:rPr lang="en-US" sz="1400" b="1" u="none" strike="noStrike" spc="-130">
                          <a:solidFill>
                            <a:schemeClr val="dk1"/>
                          </a:solidFill>
                          <a:uFillTx/>
                          <a:latin typeface="Verdana" panose="020B0604030504040204"/>
                          <a:ea typeface="Verdana" panose="020B0604030504040204"/>
                        </a:rPr>
                        <a:t>PROBLEM</a:t>
                      </a:r>
                      <a:endParaRPr lang="en-US" sz="1400" b="0" u="none" strike="noStrike">
                        <a:solidFill>
                          <a:srgbClr val="000000"/>
                        </a:solidFill>
                        <a:uFillTx/>
                        <a:latin typeface="Arial" panose="020B0604020202020204"/>
                      </a:endParaRPr>
                    </a:p>
                    <a:p>
                      <a:pPr marL="84455" defTabSz="914400">
                        <a:lnSpc>
                          <a:spcPct val="100000"/>
                        </a:lnSpc>
                      </a:pPr>
                      <a:r>
                        <a:rPr lang="en-US" sz="1400" b="0" u="none" strike="noStrike" spc="-31">
                          <a:solidFill>
                            <a:schemeClr val="dk1"/>
                          </a:solidFill>
                          <a:uFillTx/>
                          <a:latin typeface="Verdana" panose="020B0604030504040204"/>
                          <a:ea typeface="Verdana" panose="020B0604030504040204"/>
                        </a:rPr>
                        <a:t>What</a:t>
                      </a:r>
                      <a:r>
                        <a:rPr lang="en-IN" sz="1400" b="0" u="none" strike="noStrike" spc="-31">
                          <a:solidFill>
                            <a:schemeClr val="dk1"/>
                          </a:solidFill>
                          <a:uFillTx/>
                          <a:latin typeface="Verdana" panose="020B0604030504040204"/>
                          <a:ea typeface="Verdana" panose="020B0604030504040204"/>
                        </a:rPr>
                        <a:t> </a:t>
                      </a:r>
                      <a:r>
                        <a:rPr lang="en-US" sz="1400" b="0" u="none" strike="noStrike" spc="-31">
                          <a:solidFill>
                            <a:schemeClr val="dk1"/>
                          </a:solidFill>
                          <a:uFillTx/>
                          <a:latin typeface="Verdana" panose="020B0604030504040204"/>
                          <a:ea typeface="Verdana" panose="020B0604030504040204"/>
                        </a:rPr>
                        <a:t>is</a:t>
                      </a:r>
                      <a:r>
                        <a:rPr lang="en-IN" sz="1400" b="0" u="none" strike="noStrike" spc="-31">
                          <a:solidFill>
                            <a:schemeClr val="dk1"/>
                          </a:solidFill>
                          <a:uFillTx/>
                          <a:latin typeface="Verdana" panose="020B0604030504040204"/>
                          <a:ea typeface="Verdana" panose="020B0604030504040204"/>
                        </a:rPr>
                        <a:t> </a:t>
                      </a:r>
                      <a:r>
                        <a:rPr lang="en-US" sz="1400" b="0" u="none" strike="noStrike" spc="-31">
                          <a:solidFill>
                            <a:schemeClr val="dk1"/>
                          </a:solidFill>
                          <a:uFillTx/>
                          <a:latin typeface="Verdana" panose="020B0604030504040204"/>
                          <a:ea typeface="Verdana" panose="020B0604030504040204"/>
                        </a:rPr>
                        <a:t>the</a:t>
                      </a:r>
                      <a:r>
                        <a:rPr lang="en-IN" sz="1400" b="0" u="none" strike="noStrike" spc="-31">
                          <a:solidFill>
                            <a:schemeClr val="dk1"/>
                          </a:solidFill>
                          <a:uFillTx/>
                          <a:latin typeface="Verdana" panose="020B0604030504040204"/>
                          <a:ea typeface="Verdana" panose="020B0604030504040204"/>
                        </a:rPr>
                        <a:t> </a:t>
                      </a:r>
                      <a:r>
                        <a:rPr lang="en-US" sz="1400" b="0" u="none" strike="noStrike" spc="-31">
                          <a:solidFill>
                            <a:schemeClr val="dk1"/>
                          </a:solidFill>
                          <a:uFillTx/>
                          <a:latin typeface="Verdana" panose="020B0604030504040204"/>
                          <a:ea typeface="Verdana" panose="020B0604030504040204"/>
                        </a:rPr>
                        <a:t>root </a:t>
                      </a:r>
                      <a:r>
                        <a:rPr lang="en-US" sz="1400" b="0" u="none" strike="noStrike" spc="-54">
                          <a:solidFill>
                            <a:schemeClr val="dk1"/>
                          </a:solidFill>
                          <a:uFillTx/>
                          <a:latin typeface="Verdana" panose="020B0604030504040204"/>
                          <a:ea typeface="Verdana" panose="020B0604030504040204"/>
                        </a:rPr>
                        <a:t>cause</a:t>
                      </a:r>
                      <a:r>
                        <a:rPr lang="en-US" sz="1400" b="0" u="none" strike="noStrike" spc="45">
                          <a:solidFill>
                            <a:schemeClr val="dk1"/>
                          </a:solidFill>
                          <a:uFillTx/>
                          <a:latin typeface="Verdana" panose="020B0604030504040204"/>
                          <a:ea typeface="Verdana" panose="020B0604030504040204"/>
                        </a:rPr>
                        <a:t> </a:t>
                      </a:r>
                      <a:r>
                        <a:rPr lang="en-US" sz="1400" b="0" u="none" strike="noStrike" spc="-34">
                          <a:solidFill>
                            <a:schemeClr val="dk1"/>
                          </a:solidFill>
                          <a:uFillTx/>
                          <a:latin typeface="Verdana" panose="020B0604030504040204"/>
                          <a:ea typeface="Verdana" panose="020B0604030504040204"/>
                        </a:rPr>
                        <a:t>of</a:t>
                      </a:r>
                      <a:r>
                        <a:rPr lang="en-IN" sz="1400" b="0" u="none" strike="noStrike">
                          <a:solidFill>
                            <a:schemeClr val="dk1"/>
                          </a:solidFill>
                          <a:uFillTx/>
                          <a:latin typeface="Verdana" panose="020B0604030504040204"/>
                          <a:ea typeface="Verdana" panose="020B0604030504040204"/>
                        </a:rPr>
                        <a:t> t</a:t>
                      </a:r>
                      <a:r>
                        <a:rPr lang="en-US" sz="1400" b="0" u="none" strike="noStrike" spc="-71">
                          <a:solidFill>
                            <a:schemeClr val="dk1"/>
                          </a:solidFill>
                          <a:uFillTx/>
                          <a:latin typeface="Verdana" panose="020B0604030504040204"/>
                          <a:ea typeface="Verdana" panose="020B0604030504040204"/>
                        </a:rPr>
                        <a:t>he</a:t>
                      </a:r>
                      <a:r>
                        <a:rPr lang="en-IN" sz="1400" b="0" u="none" strike="noStrike" spc="-71">
                          <a:solidFill>
                            <a:schemeClr val="dk1"/>
                          </a:solidFill>
                          <a:uFillTx/>
                          <a:latin typeface="Verdana" panose="020B0604030504040204"/>
                          <a:ea typeface="Verdana" panose="020B0604030504040204"/>
                        </a:rPr>
                        <a:t> problem</a:t>
                      </a:r>
                      <a:r>
                        <a:rPr lang="en-US" sz="1400" b="0" u="none" strike="noStrike" spc="-71">
                          <a:solidFill>
                            <a:schemeClr val="dk1"/>
                          </a:solidFill>
                          <a:uFillTx/>
                          <a:latin typeface="Verdana" panose="020B0604030504040204"/>
                          <a:ea typeface="Verdana" panose="020B0604030504040204"/>
                        </a:rPr>
                        <a:t>?</a:t>
                      </a:r>
                      <a:endParaRPr lang="en-US" sz="1400" b="0" u="none" strike="noStrike">
                        <a:solidFill>
                          <a:srgbClr val="000000"/>
                        </a:solidFill>
                        <a:uFillTx/>
                        <a:latin typeface="Arial" panose="020B0604020202020204"/>
                      </a:endParaRPr>
                    </a:p>
                    <a:p>
                      <a:pPr marL="84455" defTabSz="914400">
                        <a:lnSpc>
                          <a:spcPct val="100000"/>
                        </a:lnSpc>
                      </a:pPr>
                      <a:r>
                        <a:rPr lang="en-IN" sz="1400" b="0" u="none" strike="noStrike">
                          <a:solidFill>
                            <a:schemeClr val="dk1"/>
                          </a:solidFill>
                          <a:uFillTx/>
                          <a:latin typeface="Verdana" panose="020B0604030504040204"/>
                          <a:ea typeface="Verdana" panose="020B0604030504040204"/>
                        </a:rPr>
                        <a:t>Root cause of the problem is that the way that the subject is thought and the intimidation of an subject</a:t>
                      </a:r>
                      <a:endParaRPr lang="en-US" sz="1400" b="0" u="none" strike="noStrike">
                        <a:solidFill>
                          <a:srgbClr val="000000"/>
                        </a:solidFill>
                        <a:uFillTx/>
                        <a:latin typeface="Arial" panose="020B0604020202020204"/>
                      </a:endParaRPr>
                    </a:p>
                  </a:txBody>
                  <a:tcPr marL="0" marR="0" marT="82440" marB="0" anchor="t">
                    <a:lnL w="12240">
                      <a:solidFill>
                        <a:srgbClr val="FBBD00"/>
                      </a:solidFill>
                      <a:prstDash val="solid"/>
                    </a:lnL>
                    <a:lnR w="9360">
                      <a:solidFill>
                        <a:srgbClr val="FBBD00"/>
                      </a:solidFill>
                      <a:prstDash val="solid"/>
                    </a:lnR>
                    <a:lnT w="9360">
                      <a:solidFill>
                        <a:srgbClr val="FBBD00"/>
                      </a:solidFill>
                      <a:prstDash val="solid"/>
                    </a:lnT>
                    <a:lnB w="9360">
                      <a:solidFill>
                        <a:srgbClr val="FBBD00"/>
                      </a:solidFill>
                      <a:prstDash val="solid"/>
                    </a:lnB>
                    <a:noFill/>
                  </a:tcPr>
                </a:tc>
                <a:tc>
                  <a:txBody>
                    <a:bodyPr>
                      <a:spAutoFit/>
                    </a:bodyPr>
                    <a:p>
                      <a:pPr marL="85725" defTabSz="914400">
                        <a:lnSpc>
                          <a:spcPct val="100000"/>
                        </a:lnSpc>
                        <a:spcBef>
                          <a:spcPts val="635"/>
                        </a:spcBef>
                      </a:pPr>
                      <a:r>
                        <a:rPr lang="en-US" sz="1400" b="1" u="none" strike="noStrike" spc="-136">
                          <a:solidFill>
                            <a:schemeClr val="dk1"/>
                          </a:solidFill>
                          <a:uFillTx/>
                          <a:latin typeface="Verdana" panose="020B0604030504040204"/>
                          <a:ea typeface="Verdana" panose="020B0604030504040204"/>
                        </a:rPr>
                        <a:t>ALTERNATIVES</a:t>
                      </a:r>
                      <a:endParaRPr lang="en-US" sz="1400" b="0" u="none" strike="noStrike">
                        <a:solidFill>
                          <a:srgbClr val="000000"/>
                        </a:solidFill>
                        <a:uFillTx/>
                        <a:latin typeface="Arial" panose="020B0604020202020204"/>
                      </a:endParaRPr>
                    </a:p>
                    <a:p>
                      <a:pPr marL="85725" defTabSz="914400">
                        <a:lnSpc>
                          <a:spcPct val="100000"/>
                        </a:lnSpc>
                      </a:pPr>
                      <a:r>
                        <a:rPr lang="en-US" sz="1400" b="0" u="none" strike="noStrike" spc="-45">
                          <a:solidFill>
                            <a:schemeClr val="dk1"/>
                          </a:solidFill>
                          <a:uFillTx/>
                          <a:latin typeface="Verdana" panose="020B0604030504040204"/>
                          <a:ea typeface="Verdana" panose="020B0604030504040204"/>
                        </a:rPr>
                        <a:t>What</a:t>
                      </a:r>
                      <a:r>
                        <a:rPr lang="en-IN" sz="1400" b="0" u="none" strike="noStrike" spc="-45">
                          <a:solidFill>
                            <a:schemeClr val="dk1"/>
                          </a:solidFill>
                          <a:uFillTx/>
                          <a:latin typeface="Verdana" panose="020B0604030504040204"/>
                          <a:ea typeface="Verdana" panose="020B0604030504040204"/>
                        </a:rPr>
                        <a:t> </a:t>
                      </a:r>
                      <a:r>
                        <a:rPr lang="en-US" sz="1400" b="0" u="none" strike="noStrike" spc="-45">
                          <a:solidFill>
                            <a:schemeClr val="dk1"/>
                          </a:solidFill>
                          <a:uFillTx/>
                          <a:latin typeface="Verdana" panose="020B0604030504040204"/>
                          <a:ea typeface="Verdana" panose="020B0604030504040204"/>
                        </a:rPr>
                        <a:t>do </a:t>
                      </a:r>
                      <a:r>
                        <a:rPr lang="en-US" sz="1400" b="0" u="none" strike="noStrike" spc="-60">
                          <a:solidFill>
                            <a:schemeClr val="dk1"/>
                          </a:solidFill>
                          <a:uFillTx/>
                          <a:latin typeface="Verdana" panose="020B0604030504040204"/>
                          <a:ea typeface="Verdana" panose="020B0604030504040204"/>
                        </a:rPr>
                        <a:t>customers </a:t>
                      </a:r>
                      <a:r>
                        <a:rPr lang="en-US" sz="1400" b="0" u="none" strike="noStrike" spc="-20">
                          <a:solidFill>
                            <a:schemeClr val="dk1"/>
                          </a:solidFill>
                          <a:uFillTx/>
                          <a:latin typeface="Verdana" panose="020B0604030504040204"/>
                          <a:ea typeface="Verdana" panose="020B0604030504040204"/>
                        </a:rPr>
                        <a:t>do</a:t>
                      </a:r>
                      <a:r>
                        <a:rPr lang="en-IN" sz="1400" b="0" u="none" strike="noStrike" spc="-20">
                          <a:solidFill>
                            <a:schemeClr val="dk1"/>
                          </a:solidFill>
                          <a:uFillTx/>
                          <a:latin typeface="Verdana" panose="020B0604030504040204"/>
                          <a:ea typeface="Verdana" panose="020B0604030504040204"/>
                        </a:rPr>
                        <a:t> </a:t>
                      </a:r>
                      <a:r>
                        <a:rPr lang="en-US" sz="1400" b="0" u="none" strike="noStrike" spc="-20">
                          <a:solidFill>
                            <a:schemeClr val="dk1"/>
                          </a:solidFill>
                          <a:uFillTx/>
                          <a:latin typeface="Verdana" panose="020B0604030504040204"/>
                          <a:ea typeface="Verdana" panose="020B0604030504040204"/>
                        </a:rPr>
                        <a:t>now</a:t>
                      </a:r>
                      <a:r>
                        <a:rPr lang="en-IN" sz="1400" b="0" u="none" strike="noStrike" spc="-20">
                          <a:solidFill>
                            <a:schemeClr val="dk1"/>
                          </a:solidFill>
                          <a:uFillTx/>
                          <a:latin typeface="Verdana" panose="020B0604030504040204"/>
                          <a:ea typeface="Verdana" panose="020B0604030504040204"/>
                        </a:rPr>
                        <a:t> </a:t>
                      </a:r>
                      <a:r>
                        <a:rPr lang="en-US" sz="1400" b="0" u="none" strike="noStrike" spc="-20">
                          <a:solidFill>
                            <a:schemeClr val="dk1"/>
                          </a:solidFill>
                          <a:uFillTx/>
                          <a:latin typeface="Verdana" panose="020B0604030504040204"/>
                          <a:ea typeface="Verdana" panose="020B0604030504040204"/>
                        </a:rPr>
                        <a:t>to</a:t>
                      </a:r>
                      <a:r>
                        <a:rPr lang="en-US" sz="1400" b="0" u="none" strike="noStrike" spc="-150">
                          <a:solidFill>
                            <a:schemeClr val="dk1"/>
                          </a:solidFill>
                          <a:uFillTx/>
                          <a:latin typeface="Verdana" panose="020B0604030504040204"/>
                          <a:ea typeface="Verdana" panose="020B0604030504040204"/>
                        </a:rPr>
                        <a:t> </a:t>
                      </a:r>
                      <a:r>
                        <a:rPr lang="en-US" sz="1400" b="0" u="none" strike="noStrike" spc="-20">
                          <a:solidFill>
                            <a:schemeClr val="dk1"/>
                          </a:solidFill>
                          <a:uFillTx/>
                          <a:latin typeface="Verdana" panose="020B0604030504040204"/>
                          <a:ea typeface="Verdana" panose="020B0604030504040204"/>
                        </a:rPr>
                        <a:t>ﬁx</a:t>
                      </a:r>
                      <a:r>
                        <a:rPr lang="en-IN" sz="1400" b="0" u="none" strike="noStrike" spc="-20">
                          <a:solidFill>
                            <a:schemeClr val="dk1"/>
                          </a:solidFill>
                          <a:uFillTx/>
                          <a:latin typeface="Verdana" panose="020B0604030504040204"/>
                          <a:ea typeface="Verdana" panose="020B0604030504040204"/>
                        </a:rPr>
                        <a:t> </a:t>
                      </a:r>
                      <a:r>
                        <a:rPr lang="en-US" sz="1400" b="0" u="none" strike="noStrike" spc="-60">
                          <a:solidFill>
                            <a:schemeClr val="dk1"/>
                          </a:solidFill>
                          <a:uFillTx/>
                          <a:latin typeface="Verdana" panose="020B0604030504040204"/>
                          <a:ea typeface="Verdana" panose="020B0604030504040204"/>
                        </a:rPr>
                        <a:t>the</a:t>
                      </a:r>
                      <a:r>
                        <a:rPr lang="en-IN" sz="1400" b="0" u="none" strike="noStrike" spc="-60">
                          <a:solidFill>
                            <a:schemeClr val="dk1"/>
                          </a:solidFill>
                          <a:uFillTx/>
                          <a:latin typeface="Verdana" panose="020B0604030504040204"/>
                          <a:ea typeface="Verdana" panose="020B0604030504040204"/>
                        </a:rPr>
                        <a:t> </a:t>
                      </a:r>
                      <a:r>
                        <a:rPr lang="en-US" sz="1400" b="0" u="none" strike="noStrike" spc="-60">
                          <a:solidFill>
                            <a:schemeClr val="dk1"/>
                          </a:solidFill>
                          <a:uFillTx/>
                          <a:latin typeface="Verdana" panose="020B0604030504040204"/>
                          <a:ea typeface="Verdana" panose="020B0604030504040204"/>
                        </a:rPr>
                        <a:t>problem?</a:t>
                      </a:r>
                      <a:endParaRPr lang="en-US" sz="1400" b="0" u="none" strike="noStrike">
                        <a:solidFill>
                          <a:srgbClr val="000000"/>
                        </a:solidFill>
                        <a:uFillTx/>
                        <a:latin typeface="Arial" panose="020B0604020202020204"/>
                      </a:endParaRPr>
                    </a:p>
                    <a:p>
                      <a:pPr marL="85725" defTabSz="914400">
                        <a:lnSpc>
                          <a:spcPct val="100000"/>
                        </a:lnSpc>
                      </a:pPr>
                      <a:r>
                        <a:rPr lang="en-US" sz="1400" b="0" u="none" strike="noStrike">
                          <a:solidFill>
                            <a:schemeClr val="dk1"/>
                          </a:solidFill>
                          <a:uFillTx/>
                          <a:latin typeface="Verdana" panose="020B0604030504040204"/>
                          <a:ea typeface="Verdana" panose="020B0604030504040204"/>
                        </a:rPr>
                        <a:t>Forced to visualize or rendered videos?</a:t>
                      </a:r>
                      <a:endParaRPr lang="en-US" sz="1400" b="0" u="none" strike="noStrike">
                        <a:solidFill>
                          <a:srgbClr val="000000"/>
                        </a:solidFill>
                        <a:uFillTx/>
                        <a:latin typeface="Arial" panose="020B0604020202020204"/>
                      </a:endParaRPr>
                    </a:p>
                  </a:txBody>
                  <a:tcPr marL="0" marR="0" marT="82440" marB="0" anchor="t">
                    <a:lnL w="9360">
                      <a:solidFill>
                        <a:srgbClr val="FBBD00"/>
                      </a:solidFill>
                      <a:prstDash val="solid"/>
                    </a:lnL>
                    <a:lnR w="9360">
                      <a:solidFill>
                        <a:srgbClr val="FBBD00"/>
                      </a:solidFill>
                      <a:prstDash val="solid"/>
                    </a:lnR>
                    <a:lnT w="9360">
                      <a:solidFill>
                        <a:srgbClr val="FBBD00"/>
                      </a:solidFill>
                      <a:prstDash val="solid"/>
                    </a:lnT>
                    <a:lnB w="9360">
                      <a:solidFill>
                        <a:srgbClr val="FBBD00"/>
                      </a:solidFill>
                      <a:prstDash val="solid"/>
                    </a:lnB>
                    <a:noFill/>
                  </a:tcPr>
                </a:tc>
              </a:tr>
              <a:tr h="889920">
                <a:tc rowSpan="2">
                  <a:txBody>
                    <a:bodyPr>
                      <a:spAutoFit/>
                    </a:bodyPr>
                    <a:p>
                      <a:pPr marL="85090" defTabSz="914400">
                        <a:lnSpc>
                          <a:spcPct val="100000"/>
                        </a:lnSpc>
                        <a:spcBef>
                          <a:spcPts val="640"/>
                        </a:spcBef>
                      </a:pPr>
                      <a:r>
                        <a:rPr lang="en-US" sz="1400" b="1" u="none" strike="noStrike" spc="-130">
                          <a:solidFill>
                            <a:schemeClr val="dk1"/>
                          </a:solidFill>
                          <a:uFillTx/>
                          <a:latin typeface="Verdana" panose="020B0604030504040204"/>
                          <a:ea typeface="Verdana" panose="020B0604030504040204"/>
                        </a:rPr>
                        <a:t>CUSTOMERS</a:t>
                      </a:r>
                      <a:endParaRPr lang="en-US" sz="1400" b="0" u="none" strike="noStrike">
                        <a:solidFill>
                          <a:srgbClr val="000000"/>
                        </a:solidFill>
                        <a:uFillTx/>
                        <a:latin typeface="Arial" panose="020B0604020202020204"/>
                      </a:endParaRPr>
                    </a:p>
                    <a:p>
                      <a:pPr marL="85090" defTabSz="914400">
                        <a:lnSpc>
                          <a:spcPct val="100000"/>
                        </a:lnSpc>
                      </a:pPr>
                      <a:r>
                        <a:rPr lang="en-US" sz="1400" b="0" u="none" strike="noStrike" spc="-40">
                          <a:solidFill>
                            <a:schemeClr val="dk1"/>
                          </a:solidFill>
                          <a:uFillTx/>
                          <a:latin typeface="Verdana" panose="020B0604030504040204"/>
                          <a:ea typeface="Verdana" panose="020B0604030504040204"/>
                        </a:rPr>
                        <a:t>Who</a:t>
                      </a:r>
                      <a:r>
                        <a:rPr lang="en-IN" sz="1400" b="0" u="none" strike="noStrike" spc="-40">
                          <a:solidFill>
                            <a:schemeClr val="dk1"/>
                          </a:solidFill>
                          <a:uFillTx/>
                          <a:latin typeface="Verdana" panose="020B0604030504040204"/>
                          <a:ea typeface="Verdana" panose="020B0604030504040204"/>
                        </a:rPr>
                        <a:t> </a:t>
                      </a:r>
                      <a:r>
                        <a:rPr lang="en-US" sz="1400" b="0" u="none" strike="noStrike" spc="-40">
                          <a:solidFill>
                            <a:schemeClr val="dk1"/>
                          </a:solidFill>
                          <a:uFillTx/>
                          <a:latin typeface="Verdana" panose="020B0604030504040204"/>
                          <a:ea typeface="Verdana" panose="020B0604030504040204"/>
                        </a:rPr>
                        <a:t>has</a:t>
                      </a:r>
                      <a:r>
                        <a:rPr lang="en-IN" sz="1400" b="0" u="none" strike="noStrike" spc="-40">
                          <a:solidFill>
                            <a:schemeClr val="dk1"/>
                          </a:solidFill>
                          <a:uFillTx/>
                          <a:latin typeface="Verdana" panose="020B0604030504040204"/>
                          <a:ea typeface="Verdana" panose="020B0604030504040204"/>
                        </a:rPr>
                        <a:t> </a:t>
                      </a:r>
                      <a:r>
                        <a:rPr lang="en-US" sz="1400" b="0" u="none" strike="noStrike" spc="-40">
                          <a:solidFill>
                            <a:schemeClr val="dk1"/>
                          </a:solidFill>
                          <a:uFillTx/>
                          <a:latin typeface="Verdana" panose="020B0604030504040204"/>
                          <a:ea typeface="Verdana" panose="020B0604030504040204"/>
                        </a:rPr>
                        <a:t>the</a:t>
                      </a:r>
                      <a:r>
                        <a:rPr lang="en-US" sz="1400" b="0" u="none" strike="noStrike" spc="-244">
                          <a:solidFill>
                            <a:schemeClr val="dk1"/>
                          </a:solidFill>
                          <a:uFillTx/>
                          <a:latin typeface="Verdana" panose="020B0604030504040204"/>
                          <a:ea typeface="Verdana" panose="020B0604030504040204"/>
                        </a:rPr>
                        <a:t> </a:t>
                      </a:r>
                      <a:r>
                        <a:rPr lang="en-US" sz="1400" b="0" u="none" strike="noStrike" spc="-60">
                          <a:solidFill>
                            <a:schemeClr val="dk1"/>
                          </a:solidFill>
                          <a:uFillTx/>
                          <a:latin typeface="Verdana" panose="020B0604030504040204"/>
                          <a:ea typeface="Verdana" panose="020B0604030504040204"/>
                        </a:rPr>
                        <a:t>problem</a:t>
                      </a:r>
                      <a:r>
                        <a:rPr lang="en-IN" sz="1400" b="0" u="none" strike="noStrike" spc="-60">
                          <a:solidFill>
                            <a:schemeClr val="dk1"/>
                          </a:solidFill>
                          <a:uFillTx/>
                          <a:latin typeface="Verdana" panose="020B0604030504040204"/>
                          <a:ea typeface="Verdana" panose="020B0604030504040204"/>
                        </a:rPr>
                        <a:t> </a:t>
                      </a:r>
                      <a:r>
                        <a:rPr lang="en-US" sz="1400" b="0" u="none" strike="noStrike" spc="-60">
                          <a:solidFill>
                            <a:schemeClr val="dk1"/>
                          </a:solidFill>
                          <a:uFillTx/>
                          <a:latin typeface="Verdana" panose="020B0604030504040204"/>
                          <a:ea typeface="Verdana" panose="020B0604030504040204"/>
                        </a:rPr>
                        <a:t>most </a:t>
                      </a:r>
                      <a:r>
                        <a:rPr lang="en-US" sz="1400" b="0" u="none" strike="noStrike" spc="-54">
                          <a:solidFill>
                            <a:schemeClr val="dk1"/>
                          </a:solidFill>
                          <a:uFillTx/>
                          <a:latin typeface="Verdana" panose="020B0604030504040204"/>
                          <a:ea typeface="Verdana" panose="020B0604030504040204"/>
                        </a:rPr>
                        <a:t>often?</a:t>
                      </a:r>
                      <a:endParaRPr lang="en-US" sz="1400" b="0" u="none" strike="noStrike">
                        <a:solidFill>
                          <a:srgbClr val="000000"/>
                        </a:solidFill>
                        <a:uFillTx/>
                        <a:latin typeface="Arial" panose="020B0604020202020204"/>
                      </a:endParaRPr>
                    </a:p>
                    <a:p>
                      <a:pPr marL="85090" defTabSz="914400">
                        <a:lnSpc>
                          <a:spcPct val="100000"/>
                        </a:lnSpc>
                      </a:pPr>
                      <a:r>
                        <a:rPr lang="en-US" sz="1400" b="0" u="none" strike="noStrike">
                          <a:solidFill>
                            <a:schemeClr val="dk1"/>
                          </a:solidFill>
                          <a:uFillTx/>
                          <a:latin typeface="Verdana" panose="020B0604030504040204"/>
                          <a:ea typeface="Verdana" panose="020B0604030504040204"/>
                        </a:rPr>
                        <a:t>students</a:t>
                      </a:r>
                      <a:endParaRPr lang="en-US" sz="1400" b="0" u="none" strike="noStrike">
                        <a:solidFill>
                          <a:srgbClr val="000000"/>
                        </a:solidFill>
                        <a:uFillTx/>
                        <a:latin typeface="Arial" panose="020B0604020202020204"/>
                      </a:endParaRPr>
                    </a:p>
                  </a:txBody>
                  <a:tcPr marL="0" marR="0" marT="83160" marB="0" anchor="t">
                    <a:lnL w="9360">
                      <a:solidFill>
                        <a:srgbClr val="FBBD00"/>
                      </a:solidFill>
                      <a:prstDash val="solid"/>
                    </a:lnL>
                    <a:lnR w="12240">
                      <a:solidFill>
                        <a:srgbClr val="FBBD00"/>
                      </a:solidFill>
                      <a:prstDash val="solid"/>
                    </a:lnR>
                    <a:lnT w="9360">
                      <a:solidFill>
                        <a:srgbClr val="FBBD00"/>
                      </a:solidFill>
                      <a:prstDash val="solid"/>
                    </a:lnT>
                    <a:lnB w="9360">
                      <a:solidFill>
                        <a:srgbClr val="FBBD00"/>
                      </a:solidFill>
                      <a:prstDash val="solid"/>
                    </a:lnB>
                    <a:noFill/>
                  </a:tcPr>
                </a:tc>
                <a:tc>
                  <a:txBody>
                    <a:bodyPr>
                      <a:spAutoFit/>
                    </a:bodyPr>
                    <a:p>
                      <a:pPr marL="84455" defTabSz="914400">
                        <a:lnSpc>
                          <a:spcPct val="100000"/>
                        </a:lnSpc>
                        <a:spcBef>
                          <a:spcPts val="640"/>
                        </a:spcBef>
                      </a:pPr>
                      <a:r>
                        <a:rPr lang="en-US" sz="1400" b="1" u="none" strike="noStrike" spc="-130">
                          <a:solidFill>
                            <a:schemeClr val="dk1"/>
                          </a:solidFill>
                          <a:uFillTx/>
                          <a:latin typeface="Verdana" panose="020B0604030504040204"/>
                          <a:ea typeface="Verdana" panose="020B0604030504040204"/>
                        </a:rPr>
                        <a:t>EMOTIONAL</a:t>
                      </a:r>
                      <a:r>
                        <a:rPr lang="en-IN" sz="1400" b="1" u="none" strike="noStrike" spc="-150">
                          <a:solidFill>
                            <a:schemeClr val="dk1"/>
                          </a:solidFill>
                          <a:uFillTx/>
                          <a:latin typeface="Verdana" panose="020B0604030504040204"/>
                          <a:ea typeface="Verdana" panose="020B0604030504040204"/>
                        </a:rPr>
                        <a:t> </a:t>
                      </a:r>
                      <a:r>
                        <a:rPr lang="en-US" sz="1400" b="1" u="none" strike="noStrike" spc="-150">
                          <a:solidFill>
                            <a:schemeClr val="dk1"/>
                          </a:solidFill>
                          <a:uFillTx/>
                          <a:latin typeface="Verdana" panose="020B0604030504040204"/>
                          <a:ea typeface="Verdana" panose="020B0604030504040204"/>
                        </a:rPr>
                        <a:t>IMPACT</a:t>
                      </a:r>
                      <a:endParaRPr lang="en-US" sz="1400" b="0" u="none" strike="noStrike">
                        <a:solidFill>
                          <a:srgbClr val="000000"/>
                        </a:solidFill>
                        <a:uFillTx/>
                        <a:latin typeface="Arial" panose="020B0604020202020204"/>
                      </a:endParaRPr>
                    </a:p>
                    <a:p>
                      <a:pPr marL="84455" defTabSz="914400">
                        <a:lnSpc>
                          <a:spcPct val="100000"/>
                        </a:lnSpc>
                      </a:pPr>
                      <a:r>
                        <a:rPr lang="en-US" sz="1400" b="0" u="none" strike="noStrike" spc="-51">
                          <a:solidFill>
                            <a:schemeClr val="dk1"/>
                          </a:solidFill>
                          <a:uFillTx/>
                          <a:latin typeface="Verdana" panose="020B0604030504040204"/>
                          <a:ea typeface="Verdana" panose="020B0604030504040204"/>
                        </a:rPr>
                        <a:t>How</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does</a:t>
                      </a:r>
                      <a:r>
                        <a:rPr lang="en-IN" sz="1400" b="0" u="none" strike="noStrike" spc="-51">
                          <a:solidFill>
                            <a:schemeClr val="dk1"/>
                          </a:solidFill>
                          <a:uFillTx/>
                          <a:latin typeface="Verdana" panose="020B0604030504040204"/>
                          <a:ea typeface="Verdana" panose="020B0604030504040204"/>
                        </a:rPr>
                        <a:t> </a:t>
                      </a:r>
                      <a:r>
                        <a:rPr lang="en-US" sz="1400" b="0" u="none" strike="noStrike" spc="-230">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the</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customer</a:t>
                      </a:r>
                      <a:r>
                        <a:rPr lang="en-US" sz="1400" b="0" u="none" strike="noStrike" spc="-215">
                          <a:solidFill>
                            <a:schemeClr val="dk1"/>
                          </a:solidFill>
                          <a:uFillTx/>
                          <a:latin typeface="Verdana" panose="020B0604030504040204"/>
                          <a:ea typeface="Verdana" panose="020B0604030504040204"/>
                        </a:rPr>
                        <a:t> </a:t>
                      </a:r>
                      <a:r>
                        <a:rPr lang="en-IN" sz="1400" b="0" u="none" strike="noStrike" spc="-215">
                          <a:solidFill>
                            <a:schemeClr val="dk1"/>
                          </a:solidFill>
                          <a:uFillTx/>
                          <a:latin typeface="Verdana" panose="020B0604030504040204"/>
                          <a:ea typeface="Verdana" panose="020B0604030504040204"/>
                        </a:rPr>
                        <a:t> </a:t>
                      </a:r>
                      <a:r>
                        <a:rPr lang="en-US" sz="1400" b="0" u="none" strike="noStrike" spc="-54">
                          <a:solidFill>
                            <a:schemeClr val="dk1"/>
                          </a:solidFill>
                          <a:uFillTx/>
                          <a:latin typeface="Verdana" panose="020B0604030504040204"/>
                          <a:ea typeface="Verdana" panose="020B0604030504040204"/>
                        </a:rPr>
                        <a:t>feel?</a:t>
                      </a:r>
                      <a:endParaRPr lang="en-US" sz="1400" b="0" u="none" strike="noStrike">
                        <a:solidFill>
                          <a:srgbClr val="000000"/>
                        </a:solidFill>
                        <a:uFillTx/>
                        <a:latin typeface="Arial" panose="020B0604020202020204"/>
                      </a:endParaRPr>
                    </a:p>
                    <a:p>
                      <a:pPr marL="84455" defTabSz="914400">
                        <a:lnSpc>
                          <a:spcPct val="100000"/>
                        </a:lnSpc>
                      </a:pPr>
                      <a:r>
                        <a:rPr lang="en-US" sz="1400" b="0" u="none" strike="noStrike">
                          <a:solidFill>
                            <a:schemeClr val="dk1"/>
                          </a:solidFill>
                          <a:uFillTx/>
                          <a:latin typeface="Verdana" panose="020B0604030504040204"/>
                          <a:ea typeface="Verdana" panose="020B0604030504040204"/>
                        </a:rPr>
                        <a:t>Better understanding</a:t>
                      </a:r>
                      <a:endParaRPr lang="en-US" sz="1400" b="0" u="none" strike="noStrike">
                        <a:solidFill>
                          <a:srgbClr val="000000"/>
                        </a:solidFill>
                        <a:uFillTx/>
                        <a:latin typeface="Arial" panose="020B0604020202020204"/>
                      </a:endParaRPr>
                    </a:p>
                  </a:txBody>
                  <a:tcPr marL="0" marR="0" marT="83160" marB="0" anchor="t">
                    <a:lnL w="12240">
                      <a:solidFill>
                        <a:srgbClr val="FBBD00"/>
                      </a:solidFill>
                      <a:prstDash val="solid"/>
                    </a:lnL>
                    <a:lnR w="9360">
                      <a:solidFill>
                        <a:srgbClr val="FBBD00"/>
                      </a:solidFill>
                      <a:prstDash val="solid"/>
                    </a:lnR>
                    <a:lnT w="9360">
                      <a:solidFill>
                        <a:srgbClr val="FBBD00"/>
                      </a:solidFill>
                      <a:prstDash val="solid"/>
                    </a:lnT>
                    <a:lnB w="9360">
                      <a:solidFill>
                        <a:srgbClr val="FBBD00"/>
                      </a:solidFill>
                      <a:prstDash val="solid"/>
                    </a:lnB>
                    <a:noFill/>
                  </a:tcPr>
                </a:tc>
                <a:tc rowSpan="2">
                  <a:txBody>
                    <a:bodyPr>
                      <a:spAutoFit/>
                    </a:bodyPr>
                    <a:p>
                      <a:pPr marL="85725" defTabSz="914400">
                        <a:lnSpc>
                          <a:spcPct val="100000"/>
                        </a:lnSpc>
                        <a:spcBef>
                          <a:spcPts val="640"/>
                        </a:spcBef>
                      </a:pPr>
                      <a:r>
                        <a:rPr lang="en-US" sz="1400" b="1" u="none" strike="noStrike" spc="-130">
                          <a:solidFill>
                            <a:schemeClr val="dk1"/>
                          </a:solidFill>
                          <a:uFillTx/>
                          <a:latin typeface="Verdana" panose="020B0604030504040204"/>
                          <a:ea typeface="Verdana" panose="020B0604030504040204"/>
                        </a:rPr>
                        <a:t>ALTERNATIVE</a:t>
                      </a:r>
                      <a:r>
                        <a:rPr lang="en-IN" sz="1400" b="1" u="none" strike="noStrike" spc="-156">
                          <a:solidFill>
                            <a:schemeClr val="dk1"/>
                          </a:solidFill>
                          <a:uFillTx/>
                          <a:latin typeface="Verdana" panose="020B0604030504040204"/>
                          <a:ea typeface="Verdana" panose="020B0604030504040204"/>
                        </a:rPr>
                        <a:t> </a:t>
                      </a:r>
                      <a:r>
                        <a:rPr lang="en-US" sz="1400" b="1" u="none" strike="noStrike" spc="-130">
                          <a:solidFill>
                            <a:schemeClr val="dk1"/>
                          </a:solidFill>
                          <a:uFillTx/>
                          <a:latin typeface="Verdana" panose="020B0604030504040204"/>
                          <a:ea typeface="Verdana" panose="020B0604030504040204"/>
                        </a:rPr>
                        <a:t>SHORTCOMINGS</a:t>
                      </a:r>
                      <a:endParaRPr lang="en-US" sz="1400" b="0" u="none" strike="noStrike">
                        <a:solidFill>
                          <a:srgbClr val="000000"/>
                        </a:solidFill>
                        <a:uFillTx/>
                        <a:latin typeface="Arial" panose="020B0604020202020204"/>
                      </a:endParaRPr>
                    </a:p>
                    <a:p>
                      <a:pPr marL="85725" defTabSz="914400">
                        <a:lnSpc>
                          <a:spcPct val="100000"/>
                        </a:lnSpc>
                      </a:pPr>
                      <a:r>
                        <a:rPr lang="en-US" sz="1400" b="0" u="none" strike="noStrike" spc="-51">
                          <a:solidFill>
                            <a:schemeClr val="dk1"/>
                          </a:solidFill>
                          <a:uFillTx/>
                          <a:latin typeface="Verdana" panose="020B0604030504040204"/>
                          <a:ea typeface="Verdana" panose="020B0604030504040204"/>
                        </a:rPr>
                        <a:t>What</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are</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the</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disadvantages</a:t>
                      </a:r>
                      <a:r>
                        <a:rPr lang="en-IN" sz="1400" b="0" u="none" strike="noStrike" spc="-51">
                          <a:solidFill>
                            <a:schemeClr val="dk1"/>
                          </a:solidFill>
                          <a:uFillTx/>
                          <a:latin typeface="Verdana" panose="020B0604030504040204"/>
                          <a:ea typeface="Verdana" panose="020B0604030504040204"/>
                        </a:rPr>
                        <a:t> </a:t>
                      </a:r>
                      <a:r>
                        <a:rPr lang="en-US" sz="1400" b="0" u="none" strike="noStrike" spc="-51">
                          <a:solidFill>
                            <a:schemeClr val="dk1"/>
                          </a:solidFill>
                          <a:uFillTx/>
                          <a:latin typeface="Verdana" panose="020B0604030504040204"/>
                          <a:ea typeface="Verdana" panose="020B0604030504040204"/>
                        </a:rPr>
                        <a:t>of </a:t>
                      </a:r>
                      <a:r>
                        <a:rPr lang="en-US" sz="1400" b="0" u="none" strike="noStrike" spc="-34">
                          <a:solidFill>
                            <a:schemeClr val="dk1"/>
                          </a:solidFill>
                          <a:uFillTx/>
                          <a:latin typeface="Verdana" panose="020B0604030504040204"/>
                          <a:ea typeface="Verdana" panose="020B0604030504040204"/>
                        </a:rPr>
                        <a:t>the  </a:t>
                      </a:r>
                      <a:r>
                        <a:rPr lang="en-US" sz="1400" b="0" u="none" strike="noStrike" spc="-71">
                          <a:solidFill>
                            <a:schemeClr val="dk1"/>
                          </a:solidFill>
                          <a:uFillTx/>
                          <a:latin typeface="Verdana" panose="020B0604030504040204"/>
                          <a:ea typeface="Verdana" panose="020B0604030504040204"/>
                        </a:rPr>
                        <a:t>alternatives?</a:t>
                      </a:r>
                      <a:endParaRPr lang="en-US" sz="1400" b="0" u="none" strike="noStrike">
                        <a:solidFill>
                          <a:srgbClr val="000000"/>
                        </a:solidFill>
                        <a:uFillTx/>
                        <a:latin typeface="Arial" panose="020B0604020202020204"/>
                      </a:endParaRPr>
                    </a:p>
                    <a:p>
                      <a:pPr marL="85725" defTabSz="914400">
                        <a:lnSpc>
                          <a:spcPct val="100000"/>
                        </a:lnSpc>
                      </a:pPr>
                      <a:r>
                        <a:rPr lang="en-US" sz="1400" b="0" u="none" strike="noStrike">
                          <a:solidFill>
                            <a:schemeClr val="dk1"/>
                          </a:solidFill>
                          <a:uFillTx/>
                          <a:latin typeface="Verdana" panose="020B0604030504040204"/>
                          <a:ea typeface="Verdana" panose="020B0604030504040204"/>
                        </a:rPr>
                        <a:t>run time rendering is not applicable for learning as one would need to apply the conccepts in real world problems</a:t>
                      </a:r>
                      <a:endParaRPr lang="en-US" sz="1400" b="0" u="none" strike="noStrike">
                        <a:solidFill>
                          <a:srgbClr val="000000"/>
                        </a:solidFill>
                        <a:uFillTx/>
                        <a:latin typeface="Arial" panose="020B0604020202020204"/>
                      </a:endParaRPr>
                    </a:p>
                  </a:txBody>
                  <a:tcPr marL="0" marR="0" marT="83160" marB="0" anchor="t">
                    <a:lnL w="9360">
                      <a:solidFill>
                        <a:srgbClr val="FBBD00"/>
                      </a:solidFill>
                      <a:prstDash val="solid"/>
                    </a:lnL>
                    <a:lnR w="9360">
                      <a:solidFill>
                        <a:srgbClr val="FBBD00"/>
                      </a:solidFill>
                      <a:prstDash val="solid"/>
                    </a:lnR>
                    <a:lnT w="9360">
                      <a:solidFill>
                        <a:srgbClr val="FBBD00"/>
                      </a:solidFill>
                      <a:prstDash val="solid"/>
                    </a:lnT>
                    <a:lnB w="9360">
                      <a:solidFill>
                        <a:srgbClr val="FBBD00"/>
                      </a:solidFill>
                      <a:prstDash val="solid"/>
                    </a:lnB>
                    <a:noFill/>
                  </a:tcPr>
                </a:tc>
              </a:tr>
              <a:tr h="2134440">
                <a:tc vMerge="1">
                  <a:tcPr marL="90000" marR="90000" anchor="t">
                    <a:lnL>
                      <a:noFill/>
                    </a:lnL>
                    <a:lnR>
                      <a:noFill/>
                    </a:lnR>
                    <a:lnT>
                      <a:noFill/>
                    </a:lnT>
                    <a:lnB>
                      <a:noFill/>
                    </a:lnB>
                    <a:solidFill>
                      <a:srgbClr val="729FCF"/>
                    </a:solidFill>
                  </a:tcPr>
                </a:tc>
                <a:tc>
                  <a:txBody>
                    <a:bodyPr>
                      <a:spAutoFit/>
                    </a:bodyPr>
                    <a:p>
                      <a:pPr defTabSz="914400">
                        <a:lnSpc>
                          <a:spcPct val="100000"/>
                        </a:lnSpc>
                      </a:pPr>
                      <a:endParaRPr lang="en-US" sz="2100" b="0" u="none" strike="noStrike">
                        <a:solidFill>
                          <a:srgbClr val="000000"/>
                        </a:solidFill>
                        <a:uFillTx/>
                        <a:latin typeface="Arial" panose="020B0604020202020204"/>
                      </a:endParaRPr>
                    </a:p>
                    <a:p>
                      <a:pPr marL="84455" defTabSz="914400">
                        <a:lnSpc>
                          <a:spcPct val="100000"/>
                        </a:lnSpc>
                        <a:spcBef>
                          <a:spcPts val="795"/>
                        </a:spcBef>
                      </a:pPr>
                      <a:r>
                        <a:rPr lang="en-US" sz="1400" b="1" u="none" strike="noStrike" spc="-130">
                          <a:solidFill>
                            <a:schemeClr val="dk1"/>
                          </a:solidFill>
                          <a:uFillTx/>
                          <a:latin typeface="Verdana" panose="020B0604030504040204"/>
                          <a:ea typeface="Verdana" panose="020B0604030504040204"/>
                        </a:rPr>
                        <a:t>QUANTIFIABLE</a:t>
                      </a:r>
                      <a:r>
                        <a:rPr lang="en-IN" sz="1400" b="1" u="none" strike="noStrike" spc="-145">
                          <a:solidFill>
                            <a:schemeClr val="dk1"/>
                          </a:solidFill>
                          <a:uFillTx/>
                          <a:latin typeface="Verdana" panose="020B0604030504040204"/>
                          <a:ea typeface="Verdana" panose="020B0604030504040204"/>
                        </a:rPr>
                        <a:t> </a:t>
                      </a:r>
                      <a:r>
                        <a:rPr lang="en-US" sz="1400" b="1" u="none" strike="noStrike" spc="-145">
                          <a:solidFill>
                            <a:schemeClr val="dk1"/>
                          </a:solidFill>
                          <a:uFillTx/>
                          <a:latin typeface="Verdana" panose="020B0604030504040204"/>
                          <a:ea typeface="Verdana" panose="020B0604030504040204"/>
                        </a:rPr>
                        <a:t>IMPACT</a:t>
                      </a:r>
                      <a:endParaRPr lang="en-US" sz="1400" b="0" u="none" strike="noStrike">
                        <a:solidFill>
                          <a:srgbClr val="000000"/>
                        </a:solidFill>
                        <a:uFillTx/>
                        <a:latin typeface="Arial" panose="020B0604020202020204"/>
                      </a:endParaRPr>
                    </a:p>
                    <a:p>
                      <a:pPr marL="84455" defTabSz="914400">
                        <a:lnSpc>
                          <a:spcPct val="100000"/>
                        </a:lnSpc>
                      </a:pPr>
                      <a:r>
                        <a:rPr lang="en-US" sz="1400" b="0" u="none" strike="noStrike" spc="-45">
                          <a:solidFill>
                            <a:schemeClr val="dk1"/>
                          </a:solidFill>
                          <a:uFillTx/>
                          <a:latin typeface="Verdana" panose="020B0604030504040204"/>
                          <a:ea typeface="Verdana" panose="020B0604030504040204"/>
                        </a:rPr>
                        <a:t>What</a:t>
                      </a:r>
                      <a:r>
                        <a:rPr lang="en-IN" sz="1400" b="0" u="none" strike="noStrike" spc="-45">
                          <a:solidFill>
                            <a:schemeClr val="dk1"/>
                          </a:solidFill>
                          <a:uFillTx/>
                          <a:latin typeface="Verdana" panose="020B0604030504040204"/>
                          <a:ea typeface="Verdana" panose="020B0604030504040204"/>
                        </a:rPr>
                        <a:t> </a:t>
                      </a:r>
                      <a:r>
                        <a:rPr lang="en-US" sz="1400" b="0" u="none" strike="noStrike" spc="-45">
                          <a:solidFill>
                            <a:schemeClr val="dk1"/>
                          </a:solidFill>
                          <a:uFillTx/>
                          <a:latin typeface="Verdana" panose="020B0604030504040204"/>
                          <a:ea typeface="Verdana" panose="020B0604030504040204"/>
                        </a:rPr>
                        <a:t>is</a:t>
                      </a:r>
                      <a:r>
                        <a:rPr lang="en-IN" sz="1400" b="0" u="none" strike="noStrike" spc="-45">
                          <a:solidFill>
                            <a:schemeClr val="dk1"/>
                          </a:solidFill>
                          <a:uFillTx/>
                          <a:latin typeface="Verdana" panose="020B0604030504040204"/>
                          <a:ea typeface="Verdana" panose="020B0604030504040204"/>
                        </a:rPr>
                        <a:t> </a:t>
                      </a:r>
                      <a:r>
                        <a:rPr lang="en-US" sz="1400" b="0" u="none" strike="noStrike" spc="-45">
                          <a:solidFill>
                            <a:schemeClr val="dk1"/>
                          </a:solidFill>
                          <a:uFillTx/>
                          <a:latin typeface="Verdana" panose="020B0604030504040204"/>
                          <a:ea typeface="Verdana" panose="020B0604030504040204"/>
                        </a:rPr>
                        <a:t>the</a:t>
                      </a:r>
                      <a:r>
                        <a:rPr lang="en-IN" sz="1400" b="0" u="none" strike="noStrike" spc="-45">
                          <a:solidFill>
                            <a:schemeClr val="dk1"/>
                          </a:solidFill>
                          <a:uFillTx/>
                          <a:latin typeface="Verdana" panose="020B0604030504040204"/>
                          <a:ea typeface="Verdana" panose="020B0604030504040204"/>
                        </a:rPr>
                        <a:t> </a:t>
                      </a:r>
                      <a:r>
                        <a:rPr lang="en-US" sz="1400" b="0" u="none" strike="noStrike" spc="-45">
                          <a:solidFill>
                            <a:schemeClr val="dk1"/>
                          </a:solidFill>
                          <a:uFillTx/>
                          <a:latin typeface="Verdana" panose="020B0604030504040204"/>
                          <a:ea typeface="Verdana" panose="020B0604030504040204"/>
                        </a:rPr>
                        <a:t>measurable</a:t>
                      </a:r>
                      <a:r>
                        <a:rPr lang="en-IN" sz="1400" b="0" u="none" strike="noStrike" spc="-45">
                          <a:solidFill>
                            <a:schemeClr val="dk1"/>
                          </a:solidFill>
                          <a:uFillTx/>
                          <a:latin typeface="Verdana" panose="020B0604030504040204"/>
                          <a:ea typeface="Verdana" panose="020B0604030504040204"/>
                        </a:rPr>
                        <a:t> </a:t>
                      </a:r>
                      <a:r>
                        <a:rPr lang="en-US" sz="1400" b="0" u="none" strike="noStrike" spc="-45">
                          <a:solidFill>
                            <a:schemeClr val="dk1"/>
                          </a:solidFill>
                          <a:uFillTx/>
                          <a:latin typeface="Verdana" panose="020B0604030504040204"/>
                          <a:ea typeface="Verdana" panose="020B0604030504040204"/>
                        </a:rPr>
                        <a:t>impact  </a:t>
                      </a:r>
                      <a:r>
                        <a:rPr lang="en-US" sz="1400" b="0" u="none" strike="noStrike" spc="-60">
                          <a:solidFill>
                            <a:schemeClr val="dk1"/>
                          </a:solidFill>
                          <a:uFillTx/>
                          <a:latin typeface="Verdana" panose="020B0604030504040204"/>
                          <a:ea typeface="Verdana" panose="020B0604030504040204"/>
                        </a:rPr>
                        <a:t>(include</a:t>
                      </a:r>
                      <a:r>
                        <a:rPr lang="en-IN" sz="1400" b="0" u="none" strike="noStrike" spc="-60">
                          <a:solidFill>
                            <a:schemeClr val="dk1"/>
                          </a:solidFill>
                          <a:uFillTx/>
                          <a:latin typeface="Verdana" panose="020B0604030504040204"/>
                          <a:ea typeface="Verdana" panose="020B0604030504040204"/>
                        </a:rPr>
                        <a:t> </a:t>
                      </a:r>
                      <a:r>
                        <a:rPr lang="en-US" sz="1400" b="0" u="none" strike="noStrike" spc="-60">
                          <a:solidFill>
                            <a:schemeClr val="dk1"/>
                          </a:solidFill>
                          <a:uFillTx/>
                          <a:latin typeface="Verdana" panose="020B0604030504040204"/>
                          <a:ea typeface="Verdana" panose="020B0604030504040204"/>
                        </a:rPr>
                        <a:t>units)?</a:t>
                      </a:r>
                      <a:endParaRPr lang="en-US" sz="1400" b="0" u="none" strike="noStrike">
                        <a:solidFill>
                          <a:srgbClr val="000000"/>
                        </a:solidFill>
                        <a:uFillTx/>
                        <a:latin typeface="Arial" panose="020B0604020202020204"/>
                      </a:endParaRPr>
                    </a:p>
                    <a:p>
                      <a:pPr marL="84455" defTabSz="914400">
                        <a:lnSpc>
                          <a:spcPct val="100000"/>
                        </a:lnSpc>
                      </a:pPr>
                      <a:r>
                        <a:rPr lang="en-US" sz="1400" b="0" u="none" strike="noStrike" spc="-60">
                          <a:solidFill>
                            <a:schemeClr val="dk1"/>
                          </a:solidFill>
                          <a:uFillTx/>
                          <a:latin typeface="Verdana" panose="020B0604030504040204"/>
                          <a:ea typeface="Verdana" panose="020B0604030504040204"/>
                        </a:rPr>
                        <a:t>Decrease in interest in complex concepts</a:t>
                      </a:r>
                      <a:endParaRPr lang="en-US" sz="1400" b="0" u="none" strike="noStrike">
                        <a:solidFill>
                          <a:srgbClr val="000000"/>
                        </a:solidFill>
                        <a:uFillTx/>
                        <a:latin typeface="Arial" panose="020B0604020202020204"/>
                      </a:endParaRPr>
                    </a:p>
                    <a:p>
                      <a:pPr marL="84455" defTabSz="914400">
                        <a:lnSpc>
                          <a:spcPct val="100000"/>
                        </a:lnSpc>
                      </a:pPr>
                      <a:endParaRPr lang="en-US" sz="1400" b="0" u="none" strike="noStrike">
                        <a:solidFill>
                          <a:srgbClr val="000000"/>
                        </a:solidFill>
                        <a:uFillTx/>
                        <a:latin typeface="Arial" panose="020B0604020202020204"/>
                      </a:endParaRPr>
                    </a:p>
                  </a:txBody>
                  <a:tcPr marL="0" marR="0" marT="0" marB="0" anchor="t">
                    <a:lnL w="12240">
                      <a:solidFill>
                        <a:srgbClr val="FBBD00"/>
                      </a:solidFill>
                      <a:prstDash val="solid"/>
                    </a:lnL>
                    <a:lnR w="9360">
                      <a:solidFill>
                        <a:srgbClr val="FBBD00"/>
                      </a:solidFill>
                      <a:prstDash val="solid"/>
                    </a:lnR>
                    <a:lnT>
                      <a:noFill/>
                    </a:lnT>
                    <a:lnB w="9360">
                      <a:solidFill>
                        <a:srgbClr val="FBBD00"/>
                      </a:solidFill>
                      <a:prstDash val="solid"/>
                    </a:lnB>
                    <a:noFill/>
                  </a:tcPr>
                </a:tc>
                <a:tc vMerge="1">
                  <a:tcPr marL="90000" marR="90000" anchor="t">
                    <a:lnL>
                      <a:noFill/>
                    </a:lnL>
                    <a:lnR>
                      <a:noFill/>
                    </a:lnR>
                    <a:lnT>
                      <a:noFill/>
                    </a:lnT>
                    <a:lnB>
                      <a:noFill/>
                    </a:lnB>
                    <a:solidFill>
                      <a:srgbClr val="729FCF"/>
                    </a:solidFill>
                  </a:tcPr>
                </a:tc>
              </a:tr>
            </a:tbl>
          </a:graphicData>
        </a:graphic>
      </p:graphicFrame>
      <p:sp>
        <p:nvSpPr>
          <p:cNvPr id="155" name="PlaceHolder 2"/>
          <p:cNvSpPr>
            <a:spLocks noGrp="1"/>
          </p:cNvSpPr>
          <p:nvPr/>
        </p:nvSpPr>
        <p:spPr>
          <a:xfrm>
            <a:off x="304920" y="204840"/>
            <a:ext cx="15303600" cy="1143000"/>
          </a:xfrm>
          <a:prstGeom prst="rect">
            <a:avLst/>
          </a:prstGeom>
          <a:noFill/>
          <a:ln w="0">
            <a:noFill/>
          </a:ln>
        </p:spPr>
        <p:txBody>
          <a:bodyPr vert="horz" lIns="0" tIns="12240" rIns="0" bIns="0" rtlCol="0" anchor="ctr">
            <a:noAutofit/>
          </a:bodyPr>
          <a:lstStyle>
            <a:lvl1pPr algn="l" defTabSz="914400" rtl="0" eaLnBrk="1" latinLnBrk="0" hangingPunct="1">
              <a:spcBef>
                <a:spcPct val="0"/>
              </a:spcBef>
              <a:buNone/>
              <a:defRPr sz="3600" kern="1200">
                <a:solidFill>
                  <a:srgbClr val="C00000"/>
                </a:solidFill>
                <a:latin typeface="+mj-lt"/>
                <a:ea typeface="+mj-ea"/>
                <a:cs typeface="+mj-cs"/>
              </a:defRPr>
            </a:lvl1pPr>
          </a:lstStyle>
          <a:p>
            <a:pPr indent="0" defTabSz="914400">
              <a:lnSpc>
                <a:spcPts val="8745"/>
              </a:lnSpc>
              <a:spcBef>
                <a:spcPts val="95"/>
              </a:spcBef>
              <a:buNone/>
            </a:pPr>
            <a:r>
              <a:rPr lang="en-IN" sz="5400" b="1" u="none" strike="noStrike">
                <a:solidFill>
                  <a:schemeClr val="dk1"/>
                </a:solidFill>
                <a:uFillTx/>
                <a:latin typeface="Calibri" panose="020F0502020204030204"/>
              </a:rPr>
              <a:t>                           Problem/Opportunity</a:t>
            </a:r>
            <a:endParaRPr lang="en-US" sz="5400" b="0" u="none" strike="noStrike">
              <a:solidFill>
                <a:schemeClr val="dk1"/>
              </a:solidFill>
              <a:uFillTx/>
              <a:latin typeface="Calibri" panose="020F0502020204030204"/>
            </a:endParaRPr>
          </a:p>
        </p:txBody>
      </p:sp>
      <p:sp>
        <p:nvSpPr>
          <p:cNvPr id="158" name="Rectangle 4"/>
          <p:cNvSpPr/>
          <p:nvPr/>
        </p:nvSpPr>
        <p:spPr>
          <a:xfrm>
            <a:off x="609480" y="7641360"/>
            <a:ext cx="9143640" cy="1097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pPr>
            <a:endParaRPr lang="en-US" sz="1800" b="0" u="none" strike="noStrike">
              <a:solidFill>
                <a:srgbClr val="000000"/>
              </a:solidFill>
              <a:uFillTx/>
              <a:latin typeface="Arial" panose="020B0604020202020204"/>
            </a:endParaRPr>
          </a:p>
          <a:p>
            <a:pPr marL="93345" defTabSz="914400">
              <a:lnSpc>
                <a:spcPct val="100000"/>
              </a:lnSpc>
              <a:spcBef>
                <a:spcPts val="195"/>
              </a:spcBef>
            </a:pPr>
            <a:endParaRPr lang="en-US" sz="105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6147"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6148"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6150" name="Rectangle 12"/>
          <p:cNvSpPr/>
          <p:nvPr/>
        </p:nvSpPr>
        <p:spPr>
          <a:xfrm>
            <a:off x="838200" y="3536950"/>
            <a:ext cx="473075" cy="369888"/>
          </a:xfrm>
          <a:prstGeom prst="rect">
            <a:avLst/>
          </a:prstGeom>
          <a:noFill/>
          <a:ln w="9525">
            <a:noFill/>
          </a:ln>
        </p:spPr>
        <p:txBody>
          <a:bodyPr wrap="none" lIns="91439" tIns="45719" rIns="91439" bIns="45719">
            <a:spAutoFit/>
          </a:bodyPr>
          <a:p>
            <a:pPr marL="284480" indent="-284480">
              <a:buFont typeface="Arial" panose="020B0604020202020204" pitchFamily="34" charset="0"/>
              <a:buChar char="•"/>
            </a:pPr>
            <a:endParaRPr lang="pt-BR" altLang="x-none" dirty="0">
              <a:latin typeface="Calibri" panose="020F0502020204030204" pitchFamily="34" charset="0"/>
              <a:ea typeface="Arial" panose="020B0604020202020204" pitchFamily="34" charset="0"/>
            </a:endParaRPr>
          </a:p>
        </p:txBody>
      </p:sp>
      <p:sp>
        <p:nvSpPr>
          <p:cNvPr id="160" name="TextBox 15"/>
          <p:cNvSpPr/>
          <p:nvPr/>
        </p:nvSpPr>
        <p:spPr>
          <a:xfrm>
            <a:off x="3123970" y="190500"/>
            <a:ext cx="12338280" cy="2220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defTabSz="914400">
              <a:lnSpc>
                <a:spcPts val="8745"/>
              </a:lnSpc>
              <a:spcBef>
                <a:spcPts val="95"/>
              </a:spcBef>
            </a:pPr>
            <a:r>
              <a:rPr lang="en-US" sz="5400" b="1" u="none" strike="noStrike">
                <a:solidFill>
                  <a:schemeClr val="dk1"/>
                </a:solidFill>
                <a:uFillTx/>
                <a:latin typeface="Calibri" panose="020F0502020204030204"/>
              </a:rPr>
              <a:t>Problem Interviews And Surveys Results  </a:t>
            </a:r>
            <a:endParaRPr lang="en-US" sz="5400" b="0" u="none" strike="noStrike">
              <a:solidFill>
                <a:srgbClr val="000000"/>
              </a:solidFill>
              <a:uFillTx/>
              <a:latin typeface="Arial" panose="020B0604020202020204"/>
            </a:endParaRPr>
          </a:p>
        </p:txBody>
      </p:sp>
      <p:sp>
        <p:nvSpPr>
          <p:cNvPr id="163" name="Rectangle 16"/>
          <p:cNvSpPr/>
          <p:nvPr/>
        </p:nvSpPr>
        <p:spPr>
          <a:xfrm>
            <a:off x="838080" y="1967040"/>
            <a:ext cx="11201040" cy="88700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marL="457200" indent="-457200" defTabSz="914400">
              <a:lnSpc>
                <a:spcPct val="100000"/>
              </a:lnSpc>
              <a:buClr>
                <a:srgbClr val="000000"/>
              </a:buClr>
              <a:buFont typeface="Arial" panose="020B0604020202020204"/>
              <a:buChar char="•"/>
            </a:pPr>
            <a:r>
              <a:rPr lang="pt-BR" sz="3200" b="0" u="none" strike="noStrike">
                <a:solidFill>
                  <a:schemeClr val="dk1"/>
                </a:solidFill>
                <a:uFillTx/>
                <a:latin typeface="Calibri" panose="020F0502020204030204"/>
              </a:rPr>
              <a:t>How many customers did you interview? </a:t>
            </a: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en-US" sz="3200" b="0" u="none" strike="noStrike">
                <a:solidFill>
                  <a:schemeClr val="dk1"/>
                </a:solidFill>
                <a:uFillTx/>
                <a:latin typeface="Calibri" panose="020F0502020204030204"/>
              </a:rPr>
              <a:t>4</a:t>
            </a: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pt-BR" sz="3200" b="0" u="none" strike="noStrike">
                <a:solidFill>
                  <a:schemeClr val="dk1"/>
                </a:solidFill>
                <a:uFillTx/>
                <a:latin typeface="Calibri" panose="020F0502020204030204"/>
              </a:rPr>
              <a:t>What was the interview mode?</a:t>
            </a: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en-US" sz="3200" b="0" u="none" strike="noStrike">
                <a:solidFill>
                  <a:schemeClr val="dk1"/>
                </a:solidFill>
                <a:uFillTx/>
                <a:latin typeface="Calibri" panose="020F0502020204030204"/>
              </a:rPr>
              <a:t>one competition and  another pitch</a:t>
            </a: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pt-BR" sz="3200" b="0" u="none" strike="noStrike">
                <a:solidFill>
                  <a:schemeClr val="dk1"/>
                </a:solidFill>
                <a:uFillTx/>
                <a:latin typeface="Calibri" panose="020F0502020204030204"/>
              </a:rPr>
              <a:t>How many of them agree this is a problem and wants a solution?</a:t>
            </a: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en-US" sz="3200" b="0" u="none" strike="noStrike">
                <a:solidFill>
                  <a:schemeClr val="dk1"/>
                </a:solidFill>
                <a:uFillTx/>
                <a:latin typeface="Calibri" panose="020F0502020204030204"/>
              </a:rPr>
              <a:t>3 agreed this is a problem</a:t>
            </a: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pt-BR" sz="3200" b="0" u="none" strike="noStrike">
                <a:solidFill>
                  <a:schemeClr val="dk1"/>
                </a:solidFill>
                <a:uFillTx/>
                <a:latin typeface="Calibri" panose="020F0502020204030204"/>
              </a:rPr>
              <a:t>How many of them said they don't need a new solution?</a:t>
            </a:r>
            <a:endParaRPr lang="en-US" sz="3200" b="0" u="none" strike="noStrike">
              <a:solidFill>
                <a:srgbClr val="000000"/>
              </a:solidFill>
              <a:uFillTx/>
              <a:latin typeface="Arial" panose="020B0604020202020204"/>
            </a:endParaRPr>
          </a:p>
          <a:p>
            <a:pPr marL="457200" indent="-457200" defTabSz="914400">
              <a:lnSpc>
                <a:spcPct val="100000"/>
              </a:lnSpc>
              <a:buClr>
                <a:srgbClr val="000000"/>
              </a:buClr>
              <a:buFont typeface="Arial" panose="020B0604020202020204"/>
              <a:buChar char="•"/>
            </a:pPr>
            <a:r>
              <a:rPr lang="en-US" sz="3200" b="0" u="none" strike="noStrike">
                <a:solidFill>
                  <a:schemeClr val="dk1"/>
                </a:solidFill>
                <a:uFillTx/>
                <a:latin typeface="Calibri" panose="020F0502020204030204"/>
              </a:rPr>
              <a:t>0 members</a:t>
            </a: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a:p>
            <a:pPr defTabSz="914400">
              <a:lnSpc>
                <a:spcPct val="100000"/>
              </a:lnSpc>
            </a:pPr>
            <a:endParaRPr lang="en-US" sz="3200" b="0" u="none" strike="noStrike">
              <a:solidFill>
                <a:srgbClr val="000000"/>
              </a:solidFill>
              <a:uFillTx/>
              <a:latin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7171"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7172"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7174" name="TextBox 11"/>
          <p:cNvSpPr txBox="1"/>
          <p:nvPr/>
        </p:nvSpPr>
        <p:spPr>
          <a:xfrm>
            <a:off x="2971800" y="342900"/>
            <a:ext cx="12725400" cy="646113"/>
          </a:xfrm>
          <a:prstGeom prst="rect">
            <a:avLst/>
          </a:prstGeom>
          <a:noFill/>
          <a:ln w="9525">
            <a:noFill/>
          </a:ln>
        </p:spPr>
        <p:txBody>
          <a:bodyPr lIns="91439" tIns="45719" rIns="91439" bIns="45719">
            <a:spAutoFit/>
          </a:bodyPr>
          <a:p>
            <a:pPr algn="ctr" defTabSz="684530">
              <a:buNone/>
            </a:pPr>
            <a:r>
              <a:rPr sz="3600" b="1" dirty="0">
                <a:solidFill>
                  <a:srgbClr val="262626"/>
                </a:solidFill>
                <a:latin typeface="Montserrat" panose="00000500000000000000" charset="0"/>
                <a:ea typeface="Arial" panose="020B0604020202020204" pitchFamily="34" charset="0"/>
              </a:rPr>
              <a:t>Market Size Estimation </a:t>
            </a:r>
            <a:endParaRPr sz="3600" b="1" dirty="0">
              <a:solidFill>
                <a:srgbClr val="262626"/>
              </a:solidFill>
              <a:latin typeface="Montserrat" panose="00000500000000000000" charset="0"/>
              <a:ea typeface="Arial" panose="020B0604020202020204" pitchFamily="34" charset="0"/>
            </a:endParaRPr>
          </a:p>
        </p:txBody>
      </p:sp>
      <p:sp>
        <p:nvSpPr>
          <p:cNvPr id="7175" name="Rectangle 12"/>
          <p:cNvSpPr/>
          <p:nvPr/>
        </p:nvSpPr>
        <p:spPr>
          <a:xfrm>
            <a:off x="6140450" y="4959350"/>
            <a:ext cx="249238" cy="368300"/>
          </a:xfrm>
          <a:prstGeom prst="rect">
            <a:avLst/>
          </a:prstGeom>
          <a:noFill/>
          <a:ln w="9525">
            <a:noFill/>
          </a:ln>
        </p:spPr>
        <p:txBody>
          <a:bodyPr wrap="none" lIns="91439" tIns="45719" rIns="91439" bIns="45719">
            <a:spAutoFit/>
          </a:bodyPr>
          <a:p>
            <a:pPr>
              <a:buNone/>
            </a:pPr>
            <a:r>
              <a:rPr dirty="0">
                <a:solidFill>
                  <a:srgbClr val="2E475D"/>
                </a:solidFill>
                <a:latin typeface="Lexend Deca"/>
                <a:ea typeface="Arial" panose="020B0604020202020204" pitchFamily="34" charset="0"/>
              </a:rPr>
              <a:t>.</a:t>
            </a:r>
            <a:endParaRPr dirty="0">
              <a:latin typeface="Calibri" panose="020F0502020204030204" pitchFamily="34" charset="0"/>
              <a:ea typeface="Arial" panose="020B0604020202020204" pitchFamily="34" charset="0"/>
            </a:endParaRPr>
          </a:p>
        </p:txBody>
      </p:sp>
      <p:sp>
        <p:nvSpPr>
          <p:cNvPr id="7176" name="TextBox 14"/>
          <p:cNvSpPr txBox="1"/>
          <p:nvPr/>
        </p:nvSpPr>
        <p:spPr>
          <a:xfrm>
            <a:off x="320675" y="9363075"/>
            <a:ext cx="5675313" cy="446088"/>
          </a:xfrm>
          <a:prstGeom prst="rect">
            <a:avLst/>
          </a:prstGeom>
          <a:noFill/>
          <a:ln w="9525">
            <a:noFill/>
          </a:ln>
        </p:spPr>
        <p:txBody>
          <a:bodyPr lIns="91439" tIns="45719" rIns="91439" bIns="45719">
            <a:spAutoFit/>
          </a:bodyPr>
          <a:p>
            <a:pPr defTabSz="684530">
              <a:buNone/>
            </a:pPr>
            <a:r>
              <a:rPr sz="2300" b="1" dirty="0">
                <a:solidFill>
                  <a:srgbClr val="262626"/>
                </a:solidFill>
                <a:latin typeface="Montserrat" panose="00000500000000000000" charset="0"/>
                <a:ea typeface="Arial" panose="020B0604020202020204" pitchFamily="34" charset="0"/>
              </a:rPr>
              <a:t>Sources: ……</a:t>
            </a:r>
            <a:endParaRPr sz="2300" b="1" dirty="0">
              <a:solidFill>
                <a:srgbClr val="262626"/>
              </a:solidFill>
              <a:latin typeface="Montserrat" panose="00000500000000000000" charset="0"/>
              <a:ea typeface="Arial" panose="020B0604020202020204" pitchFamily="34" charset="0"/>
            </a:endParaRPr>
          </a:p>
        </p:txBody>
      </p:sp>
      <p:graphicFrame>
        <p:nvGraphicFramePr>
          <p:cNvPr id="18" name="Diagram 17"/>
          <p:cNvGraphicFramePr/>
          <p:nvPr/>
        </p:nvGraphicFramePr>
        <p:xfrm>
          <a:off x="457200" y="1866902"/>
          <a:ext cx="6735468" cy="5481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8" name="Rounded Rectangle 18"/>
          <p:cNvSpPr/>
          <p:nvPr/>
        </p:nvSpPr>
        <p:spPr>
          <a:xfrm>
            <a:off x="7543800" y="1872360"/>
            <a:ext cx="9448560" cy="6399360"/>
          </a:xfrm>
          <a:prstGeom prst="roundRect">
            <a:avLst>
              <a:gd name="adj" fmla="val 16667"/>
            </a:avLst>
          </a:prstGeom>
          <a:noFill/>
          <a:ln w="12700">
            <a:solidFill>
              <a:srgbClr val="767171"/>
            </a:solidFill>
            <a:miter/>
          </a:ln>
        </p:spPr>
        <p:style>
          <a:lnRef idx="0">
            <a:srgbClr val="FFFFFF"/>
          </a:lnRef>
          <a:fillRef idx="0">
            <a:srgbClr val="FFFFFF"/>
          </a:fillRef>
          <a:effectRef idx="0">
            <a:srgbClr val="FFFFFF"/>
          </a:effectRef>
          <a:fontRef idx="minor"/>
        </p:style>
        <p:txBody>
          <a:bodyPr lIns="90000" tIns="45000" rIns="90000" bIns="45000" anchor="ctr">
            <a:noAutofit/>
          </a:bodyPr>
          <a:p>
            <a:pPr algn="just" defTabSz="914400">
              <a:lnSpc>
                <a:spcPct val="100000"/>
              </a:lnSpc>
            </a:pPr>
            <a:r>
              <a:rPr lang="en-IN" sz="2400" b="1" u="none" strike="noStrike">
                <a:solidFill>
                  <a:schemeClr val="dk1"/>
                </a:solidFill>
                <a:uFillTx/>
                <a:latin typeface="Calibri" panose="020F0502020204030204"/>
              </a:rPr>
              <a:t>How to calculate market size?</a:t>
            </a:r>
            <a:endParaRPr lang="en-US" sz="2400" b="0" u="none" strike="noStrike">
              <a:solidFill>
                <a:srgbClr val="000000"/>
              </a:solidFill>
              <a:uFillTx/>
              <a:latin typeface="Arial" panose="020B0604020202020204"/>
            </a:endParaRPr>
          </a:p>
          <a:p>
            <a:pPr algn="just" defTabSz="914400">
              <a:lnSpc>
                <a:spcPct val="100000"/>
              </a:lnSpc>
            </a:pPr>
            <a:endParaRPr lang="en-US" sz="1800" b="0" u="none" strike="noStrike">
              <a:solidFill>
                <a:srgbClr val="000000"/>
              </a:solidFill>
              <a:uFillTx/>
              <a:latin typeface="Arial" panose="020B0604020202020204"/>
            </a:endParaRPr>
          </a:p>
          <a:p>
            <a:pPr algn="just" defTabSz="914400">
              <a:lnSpc>
                <a:spcPct val="100000"/>
              </a:lnSpc>
            </a:pPr>
            <a:r>
              <a:rPr lang="en-IN" sz="1800" b="0" u="none" strike="noStrike">
                <a:solidFill>
                  <a:schemeClr val="dk1"/>
                </a:solidFill>
                <a:uFillTx/>
                <a:latin typeface="Calibri" panose="020F0502020204030204"/>
              </a:rPr>
              <a:t>1. Start with Total Addressable market- Global physics students in schools and universities: ~500 million</a:t>
            </a:r>
            <a:endParaRPr lang="en-US" sz="1800" b="0" u="none" strike="noStrike">
              <a:solidFill>
                <a:srgbClr val="000000"/>
              </a:solidFill>
              <a:uFillTx/>
              <a:latin typeface="Arial" panose="020B0604020202020204"/>
            </a:endParaRPr>
          </a:p>
          <a:p>
            <a:pPr algn="just" defTabSz="914400">
              <a:lnSpc>
                <a:spcPct val="100000"/>
              </a:lnSpc>
            </a:pPr>
            <a:endParaRPr lang="en-US" sz="1800" b="0" u="none" strike="noStrike">
              <a:solidFill>
                <a:srgbClr val="000000"/>
              </a:solidFill>
              <a:uFillTx/>
              <a:latin typeface="Arial" panose="020B0604020202020204"/>
            </a:endParaRPr>
          </a:p>
          <a:p>
            <a:pPr algn="just" defTabSz="914400">
              <a:lnSpc>
                <a:spcPct val="100000"/>
              </a:lnSpc>
            </a:pPr>
            <a:r>
              <a:rPr lang="en-US" sz="1800" b="0" u="none" strike="noStrike">
                <a:solidFill>
                  <a:schemeClr val="dk1"/>
                </a:solidFill>
                <a:uFillTx/>
                <a:latin typeface="Calibri" panose="020F0502020204030204"/>
              </a:rPr>
              <a:t>TAM refers to the total market demand for a product or service.</a:t>
            </a:r>
            <a:endParaRPr lang="en-US" sz="1800" b="0" u="none" strike="noStrike">
              <a:solidFill>
                <a:srgbClr val="000000"/>
              </a:solidFill>
              <a:uFillTx/>
              <a:latin typeface="Arial" panose="020B0604020202020204"/>
            </a:endParaRPr>
          </a:p>
          <a:p>
            <a:pPr algn="just" defTabSz="914400">
              <a:lnSpc>
                <a:spcPct val="100000"/>
              </a:lnSpc>
            </a:pPr>
            <a:r>
              <a:rPr lang="en-IN" sz="1800" b="0" u="none" strike="noStrike">
                <a:solidFill>
                  <a:schemeClr val="dk1"/>
                </a:solidFill>
                <a:uFillTx/>
                <a:latin typeface="Calibri" panose="020F0502020204030204"/>
              </a:rPr>
              <a:t> </a:t>
            </a:r>
            <a:r>
              <a:rPr lang="en-US" sz="1800" b="0" u="none" strike="noStrike">
                <a:solidFill>
                  <a:schemeClr val="dk1"/>
                </a:solidFill>
                <a:uFillTx/>
                <a:latin typeface="Calibri" panose="020F0502020204030204"/>
              </a:rPr>
              <a:t>If you’re entering a pre-existing space (like small business banking) you can research it and provide credible sources or reference points on how you arrived at the TAM.  If you’re creating a new product or space (like Slack), you can estimate the number of customers that would want your product and approximate how much you could charge them.</a:t>
            </a:r>
            <a:endParaRPr lang="en-US" sz="1800" b="0" u="none" strike="noStrike">
              <a:solidFill>
                <a:srgbClr val="000000"/>
              </a:solidFill>
              <a:uFillTx/>
              <a:latin typeface="Arial" panose="020B0604020202020204"/>
            </a:endParaRPr>
          </a:p>
          <a:p>
            <a:pPr algn="just" defTabSz="914400">
              <a:lnSpc>
                <a:spcPct val="100000"/>
              </a:lnSpc>
            </a:pPr>
            <a:endParaRPr lang="en-US" sz="1800" b="0" u="none" strike="noStrike">
              <a:solidFill>
                <a:srgbClr val="000000"/>
              </a:solidFill>
              <a:uFillTx/>
              <a:latin typeface="Arial" panose="020B0604020202020204"/>
            </a:endParaRPr>
          </a:p>
          <a:p>
            <a:pPr algn="just" defTabSz="914400">
              <a:lnSpc>
                <a:spcPct val="100000"/>
              </a:lnSpc>
            </a:pPr>
            <a:r>
              <a:rPr lang="en-US" sz="1800" b="0" u="none" strike="noStrike">
                <a:solidFill>
                  <a:schemeClr val="dk1"/>
                </a:solidFill>
                <a:uFillTx/>
                <a:latin typeface="Calibri" panose="020F0502020204030204"/>
              </a:rPr>
              <a:t>2. Take your target market (SAM), within that TAM, which varies depending on geography and other logistical factors. Determine the penetration potential of your target market</a:t>
            </a:r>
            <a:r>
              <a:rPr lang="en-IN" sz="1800" b="0" u="none" strike="noStrike">
                <a:solidFill>
                  <a:schemeClr val="dk1"/>
                </a:solidFill>
                <a:uFillTx/>
                <a:latin typeface="Calibri" panose="020F0502020204030204"/>
              </a:rPr>
              <a:t> is 950,000 users</a:t>
            </a:r>
            <a:endParaRPr lang="en-US" sz="1800" b="0" u="none" strike="noStrike">
              <a:solidFill>
                <a:srgbClr val="000000"/>
              </a:solidFill>
              <a:uFillTx/>
              <a:latin typeface="Arial" panose="020B0604020202020204"/>
            </a:endParaRPr>
          </a:p>
          <a:p>
            <a:pPr algn="just" defTabSz="914400">
              <a:lnSpc>
                <a:spcPct val="100000"/>
              </a:lnSpc>
            </a:pPr>
            <a:endParaRPr lang="en-US" sz="1800" b="0" u="none" strike="noStrike">
              <a:solidFill>
                <a:srgbClr val="000000"/>
              </a:solidFill>
              <a:uFillTx/>
              <a:latin typeface="Arial" panose="020B0604020202020204"/>
            </a:endParaRPr>
          </a:p>
          <a:p>
            <a:pPr algn="just" defTabSz="914400">
              <a:lnSpc>
                <a:spcPct val="100000"/>
              </a:lnSpc>
            </a:pPr>
            <a:r>
              <a:rPr lang="en-US" sz="1800" b="0" u="none" strike="noStrike">
                <a:solidFill>
                  <a:schemeClr val="dk1"/>
                </a:solidFill>
                <a:uFillTx/>
                <a:latin typeface="Calibri" panose="020F0502020204030204"/>
              </a:rPr>
              <a:t>3.By conducting research with existing competitors, distributors etc., understand the likely penetration rate</a:t>
            </a:r>
            <a:r>
              <a:rPr lang="en-IN" sz="1800" b="0" u="none" strike="noStrike">
                <a:solidFill>
                  <a:schemeClr val="dk1"/>
                </a:solidFill>
                <a:uFillTx/>
                <a:latin typeface="Calibri" panose="020F0502020204030204"/>
              </a:rPr>
              <a:t> in Tamil Nadu could range from 3% to 5%</a:t>
            </a:r>
            <a:endParaRPr lang="en-US" sz="1800" b="0" u="none" strike="noStrike">
              <a:solidFill>
                <a:srgbClr val="000000"/>
              </a:solidFill>
              <a:uFillTx/>
              <a:latin typeface="Arial" panose="020B0604020202020204"/>
            </a:endParaRPr>
          </a:p>
          <a:p>
            <a:pPr algn="just" defTabSz="914400">
              <a:lnSpc>
                <a:spcPct val="100000"/>
              </a:lnSpc>
            </a:pPr>
            <a:endParaRPr lang="en-US" sz="1800" b="0" u="none" strike="noStrike">
              <a:solidFill>
                <a:srgbClr val="000000"/>
              </a:solidFill>
              <a:uFillTx/>
              <a:latin typeface="Arial" panose="020B0604020202020204"/>
            </a:endParaRPr>
          </a:p>
          <a:p>
            <a:pPr algn="just" defTabSz="914400">
              <a:lnSpc>
                <a:spcPct val="100000"/>
              </a:lnSpc>
            </a:pPr>
            <a:r>
              <a:rPr lang="en-US" sz="1800" b="0" u="none" strike="noStrike">
                <a:solidFill>
                  <a:schemeClr val="dk1"/>
                </a:solidFill>
                <a:uFillTx/>
                <a:latin typeface="Calibri" panose="020F0502020204030204"/>
              </a:rPr>
              <a:t>4. Multiply target market by penetration rate to find your market size</a:t>
            </a:r>
            <a:r>
              <a:rPr lang="en-IN" sz="1800" b="0" u="none" strike="noStrike">
                <a:solidFill>
                  <a:schemeClr val="dk1"/>
                </a:solidFill>
                <a:uFillTx/>
                <a:latin typeface="Calibri" panose="020F0502020204030204"/>
              </a:rPr>
              <a:t> if subscription is 1000Rupees/year the low estimate ₹400 million to and high estimate ₹950 million</a:t>
            </a:r>
            <a:endParaRPr lang="en-US" sz="1800" b="0" u="none" strike="noStrike">
              <a:solidFill>
                <a:srgbClr val="000000"/>
              </a:solidFill>
              <a:uFillTx/>
              <a:latin typeface="Arial" panose="020B0604020202020204"/>
            </a:endParaRPr>
          </a:p>
          <a:p>
            <a:pPr algn="ctr" defTabSz="914400">
              <a:lnSpc>
                <a:spcPct val="100000"/>
              </a:lnSpc>
              <a:tabLst>
                <a:tab pos="0" algn="l"/>
              </a:tabLst>
            </a:pPr>
            <a:r>
              <a:rPr lang="en-IN" sz="2700" b="0" u="none" strike="noStrike">
                <a:solidFill>
                  <a:srgbClr val="FFFFFF"/>
                </a:solidFill>
                <a:uFillTx/>
                <a:latin typeface="Calibri" panose="020F0502020204030204"/>
              </a:rPr>
              <a:t> </a:t>
            </a:r>
            <a:endParaRPr lang="en-US" sz="2700" b="0" u="none" strike="noStrike">
              <a:solidFill>
                <a:srgbClr val="000000"/>
              </a:solidFill>
              <a:uFillTx/>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8195"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8196"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8207" name="TextBox 18"/>
          <p:cNvSpPr txBox="1"/>
          <p:nvPr/>
        </p:nvSpPr>
        <p:spPr>
          <a:xfrm>
            <a:off x="3581400" y="266700"/>
            <a:ext cx="11350625" cy="839788"/>
          </a:xfrm>
          <a:prstGeom prst="rect">
            <a:avLst/>
          </a:prstGeom>
          <a:noFill/>
          <a:ln w="9525">
            <a:noFill/>
          </a:ln>
        </p:spPr>
        <p:txBody>
          <a:bodyPr lIns="91439" tIns="45719" rIns="91439" bIns="45719">
            <a:spAutoFit/>
          </a:bodyPr>
          <a:p>
            <a:pPr algn="ctr" defTabSz="1370330">
              <a:lnSpc>
                <a:spcPct val="90000"/>
              </a:lnSpc>
              <a:buNone/>
            </a:pPr>
            <a:r>
              <a:rPr sz="5400" b="1" dirty="0">
                <a:latin typeface="Calibri" panose="020F0502020204030204" pitchFamily="34" charset="0"/>
                <a:ea typeface="Arial" panose="020B0604020202020204" pitchFamily="34" charset="0"/>
              </a:rPr>
              <a:t>Customer Persona</a:t>
            </a:r>
            <a:endParaRPr sz="5400" b="1" dirty="0">
              <a:latin typeface="Calibri" panose="020F0502020204030204" pitchFamily="34" charset="0"/>
              <a:ea typeface="Arial" panose="020B0604020202020204" pitchFamily="34" charset="0"/>
            </a:endParaRPr>
          </a:p>
        </p:txBody>
      </p:sp>
      <p:sp>
        <p:nvSpPr>
          <p:cNvPr id="173" name="Rectangle 25"/>
          <p:cNvSpPr/>
          <p:nvPr/>
        </p:nvSpPr>
        <p:spPr>
          <a:xfrm>
            <a:off x="4769280" y="1955160"/>
            <a:ext cx="8991000" cy="1804680"/>
          </a:xfrm>
          <a:prstGeom prst="rect">
            <a:avLst/>
          </a:prstGeom>
          <a:solidFill>
            <a:srgbClr val="FFC000"/>
          </a:solid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1371600">
              <a:lnSpc>
                <a:spcPct val="100000"/>
              </a:lnSpc>
            </a:pPr>
            <a:r>
              <a:rPr lang="en-US" sz="2700" b="1" u="none" strike="noStrike">
                <a:solidFill>
                  <a:schemeClr val="lt1"/>
                </a:solidFill>
                <a:uFillTx/>
                <a:latin typeface="Calibri" panose="020F0502020204030204"/>
              </a:rPr>
              <a:t>Goals</a:t>
            </a:r>
            <a:endParaRPr lang="en-US" sz="2700" b="0" u="none" strike="noStrike">
              <a:solidFill>
                <a:srgbClr val="000000"/>
              </a:solidFill>
              <a:uFillTx/>
              <a:latin typeface="Arial" panose="020B0604020202020204"/>
            </a:endParaRPr>
          </a:p>
          <a:p>
            <a:pPr defTabSz="1371600">
              <a:lnSpc>
                <a:spcPct val="100000"/>
              </a:lnSpc>
            </a:pPr>
            <a:r>
              <a:rPr lang="en-IN" sz="2700" b="1" u="none" strike="noStrike">
                <a:solidFill>
                  <a:schemeClr val="lt1"/>
                </a:solidFill>
                <a:uFillTx/>
                <a:latin typeface="Calibri" panose="020F0502020204030204"/>
              </a:rPr>
              <a:t>To become an aeronatical engineer </a:t>
            </a:r>
            <a:endParaRPr lang="en-US" sz="2700" b="0" u="none" strike="noStrike">
              <a:solidFill>
                <a:srgbClr val="000000"/>
              </a:solidFill>
              <a:uFillTx/>
              <a:latin typeface="Arial" panose="020B0604020202020204"/>
            </a:endParaRPr>
          </a:p>
          <a:p>
            <a:pPr defTabSz="1371600">
              <a:lnSpc>
                <a:spcPct val="100000"/>
              </a:lnSpc>
            </a:pPr>
            <a:endParaRPr lang="en-US" sz="2700" b="0" u="none" strike="noStrike">
              <a:solidFill>
                <a:srgbClr val="000000"/>
              </a:solidFill>
              <a:uFillTx/>
              <a:latin typeface="Arial" panose="020B0604020202020204"/>
            </a:endParaRPr>
          </a:p>
          <a:p>
            <a:pPr defTabSz="1371600">
              <a:lnSpc>
                <a:spcPct val="100000"/>
              </a:lnSpc>
            </a:pPr>
            <a:endParaRPr lang="en-US" sz="1050" b="0" u="none" strike="noStrike">
              <a:solidFill>
                <a:srgbClr val="000000"/>
              </a:solidFill>
              <a:uFillTx/>
              <a:latin typeface="Arial" panose="020B0604020202020204"/>
            </a:endParaRPr>
          </a:p>
          <a:p>
            <a:pPr defTabSz="1371600">
              <a:lnSpc>
                <a:spcPct val="100000"/>
              </a:lnSpc>
            </a:pPr>
            <a:endParaRPr lang="en-US" sz="1050" b="0" u="none" strike="noStrike">
              <a:solidFill>
                <a:srgbClr val="000000"/>
              </a:solidFill>
              <a:uFillTx/>
              <a:latin typeface="Arial" panose="020B0604020202020204"/>
            </a:endParaRPr>
          </a:p>
          <a:p>
            <a:pPr defTabSz="1371600">
              <a:lnSpc>
                <a:spcPct val="100000"/>
              </a:lnSpc>
            </a:pPr>
            <a:endParaRPr lang="en-US" sz="1050" b="0" u="none" strike="noStrike">
              <a:solidFill>
                <a:srgbClr val="000000"/>
              </a:solidFill>
              <a:uFillTx/>
              <a:latin typeface="Arial" panose="020B0604020202020204"/>
            </a:endParaRPr>
          </a:p>
        </p:txBody>
      </p:sp>
      <p:sp>
        <p:nvSpPr>
          <p:cNvPr id="174" name="Rectangle 26"/>
          <p:cNvSpPr/>
          <p:nvPr/>
        </p:nvSpPr>
        <p:spPr>
          <a:xfrm>
            <a:off x="4769280" y="4093560"/>
            <a:ext cx="9143640" cy="2216880"/>
          </a:xfrm>
          <a:prstGeom prst="rect">
            <a:avLst/>
          </a:prstGeom>
          <a:solidFill>
            <a:schemeClr val="accent6"/>
          </a:solid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1371600">
              <a:lnSpc>
                <a:spcPct val="100000"/>
              </a:lnSpc>
            </a:pPr>
            <a:r>
              <a:rPr lang="en-US" sz="2700" b="1" u="none" strike="noStrike">
                <a:solidFill>
                  <a:schemeClr val="lt1"/>
                </a:solidFill>
                <a:uFillTx/>
                <a:latin typeface="Calibri" panose="020F0502020204030204"/>
              </a:rPr>
              <a:t>Frustrations</a:t>
            </a:r>
            <a:endParaRPr lang="en-US" sz="2700" b="0" u="none" strike="noStrike">
              <a:solidFill>
                <a:srgbClr val="000000"/>
              </a:solidFill>
              <a:uFillTx/>
              <a:latin typeface="Arial" panose="020B0604020202020204"/>
            </a:endParaRPr>
          </a:p>
          <a:p>
            <a:pPr defTabSz="1371600">
              <a:lnSpc>
                <a:spcPct val="100000"/>
              </a:lnSpc>
            </a:pPr>
            <a:r>
              <a:rPr lang="en-IN" sz="2700" b="1" u="none" strike="noStrike">
                <a:solidFill>
                  <a:schemeClr val="lt1"/>
                </a:solidFill>
                <a:uFillTx/>
                <a:latin typeface="Calibri" panose="020F0502020204030204"/>
              </a:rPr>
              <a:t>Understands the concepts but does’nt know how to apply them in real world application</a:t>
            </a:r>
            <a:endParaRPr lang="en-US" sz="2700" b="0" u="none" strike="noStrike">
              <a:solidFill>
                <a:srgbClr val="000000"/>
              </a:solidFill>
              <a:uFillTx/>
              <a:latin typeface="Arial" panose="020B0604020202020204"/>
            </a:endParaRPr>
          </a:p>
          <a:p>
            <a:pPr defTabSz="1371600">
              <a:lnSpc>
                <a:spcPct val="100000"/>
              </a:lnSpc>
            </a:pPr>
            <a:r>
              <a:rPr lang="en-US" sz="2700" b="1" u="none" strike="noStrike">
                <a:solidFill>
                  <a:schemeClr val="lt1"/>
                </a:solidFill>
                <a:uFillTx/>
                <a:latin typeface="Calibri" panose="020F0502020204030204"/>
              </a:rPr>
              <a:t> </a:t>
            </a:r>
            <a:endParaRPr lang="en-US" sz="2700" b="0" u="none" strike="noStrike">
              <a:solidFill>
                <a:srgbClr val="000000"/>
              </a:solidFill>
              <a:uFillTx/>
              <a:latin typeface="Arial" panose="020B0604020202020204"/>
            </a:endParaRPr>
          </a:p>
          <a:p>
            <a:pPr defTabSz="1371600">
              <a:lnSpc>
                <a:spcPct val="100000"/>
              </a:lnSpc>
            </a:pPr>
            <a:endParaRPr lang="en-US" sz="1050" b="0" u="none" strike="noStrike">
              <a:solidFill>
                <a:srgbClr val="000000"/>
              </a:solidFill>
              <a:uFillTx/>
              <a:latin typeface="Arial" panose="020B0604020202020204"/>
            </a:endParaRPr>
          </a:p>
          <a:p>
            <a:pPr defTabSz="1371600">
              <a:lnSpc>
                <a:spcPct val="100000"/>
              </a:lnSpc>
            </a:pPr>
            <a:endParaRPr lang="en-US" sz="2100" b="0" u="none" strike="noStrike">
              <a:solidFill>
                <a:srgbClr val="000000"/>
              </a:solidFill>
              <a:uFillTx/>
              <a:latin typeface="Arial" panose="020B0604020202020204"/>
            </a:endParaRPr>
          </a:p>
        </p:txBody>
      </p:sp>
      <p:sp>
        <p:nvSpPr>
          <p:cNvPr id="175" name="Rectangle 27"/>
          <p:cNvSpPr/>
          <p:nvPr/>
        </p:nvSpPr>
        <p:spPr>
          <a:xfrm>
            <a:off x="4724280" y="6155640"/>
            <a:ext cx="9188640" cy="3943800"/>
          </a:xfrm>
          <a:prstGeom prst="rect">
            <a:avLst/>
          </a:prstGeom>
          <a:solidFill>
            <a:srgbClr val="FFFFFF"/>
          </a:solidFill>
          <a:ln>
            <a:solidFill>
              <a:srgbClr val="F79646"/>
            </a:solidFill>
            <a:round/>
          </a:ln>
        </p:spPr>
        <p:style>
          <a:lnRef idx="2">
            <a:schemeClr val="accent6"/>
          </a:lnRef>
          <a:fillRef idx="1">
            <a:schemeClr val="lt1"/>
          </a:fillRef>
          <a:effectRef idx="0">
            <a:schemeClr val="accent6"/>
          </a:effectRef>
          <a:fontRef idx="minor"/>
        </p:style>
        <p:txBody>
          <a:bodyPr lIns="90000" tIns="45000" rIns="90000" bIns="45000" anchor="t">
            <a:spAutoFit/>
          </a:bodyPr>
          <a:p>
            <a:pPr defTabSz="1371600">
              <a:lnSpc>
                <a:spcPct val="100000"/>
              </a:lnSpc>
            </a:pPr>
            <a:r>
              <a:rPr lang="en-US" sz="2700" b="1" u="none" strike="noStrike">
                <a:solidFill>
                  <a:srgbClr val="FD9F4D"/>
                </a:solidFill>
                <a:uFillTx/>
                <a:latin typeface="Calibri" panose="020F0502020204030204"/>
              </a:rPr>
              <a:t>Bio</a:t>
            </a:r>
            <a:endParaRPr lang="en-US" sz="2700" b="0" u="none" strike="noStrike">
              <a:solidFill>
                <a:srgbClr val="000000"/>
              </a:solidFill>
              <a:uFillTx/>
              <a:latin typeface="Arial" panose="020B0604020202020204"/>
            </a:endParaRPr>
          </a:p>
          <a:p>
            <a:pPr defTabSz="1371600">
              <a:lnSpc>
                <a:spcPct val="100000"/>
              </a:lnSpc>
            </a:pPr>
            <a:r>
              <a:rPr lang="en-IN" sz="2700" b="1" u="none" strike="noStrike">
                <a:solidFill>
                  <a:srgbClr val="FD9F4D"/>
                </a:solidFill>
                <a:uFillTx/>
                <a:latin typeface="Calibri" panose="020F0502020204030204"/>
              </a:rPr>
              <a:t>Enthusiastic about upcoming technologies and eager to learn about all the new technologies and their workings,</a:t>
            </a:r>
            <a:endParaRPr lang="en-US" sz="2700" b="0" u="none" strike="noStrike">
              <a:solidFill>
                <a:srgbClr val="000000"/>
              </a:solidFill>
              <a:uFillTx/>
              <a:latin typeface="Arial" panose="020B0604020202020204"/>
            </a:endParaRPr>
          </a:p>
          <a:p>
            <a:pPr defTabSz="1371600">
              <a:lnSpc>
                <a:spcPct val="100000"/>
              </a:lnSpc>
            </a:pPr>
            <a:r>
              <a:rPr lang="en-IN" sz="2700" b="1" u="none" strike="noStrike">
                <a:solidFill>
                  <a:srgbClr val="FD9F4D"/>
                </a:solidFill>
                <a:uFillTx/>
                <a:latin typeface="Calibri" panose="020F0502020204030204"/>
              </a:rPr>
              <a:t>basic application of physics in school projects are his best works</a:t>
            </a:r>
            <a:endParaRPr lang="en-US" sz="2700" b="0" u="none" strike="noStrike">
              <a:solidFill>
                <a:srgbClr val="000000"/>
              </a:solidFill>
              <a:uFillTx/>
              <a:latin typeface="Arial" panose="020B0604020202020204"/>
            </a:endParaRPr>
          </a:p>
          <a:p>
            <a:pPr defTabSz="1371600">
              <a:lnSpc>
                <a:spcPct val="100000"/>
              </a:lnSpc>
            </a:pPr>
            <a:endParaRPr lang="en-US" sz="1580" b="0" u="none" strike="noStrike">
              <a:solidFill>
                <a:srgbClr val="000000"/>
              </a:solidFill>
              <a:uFillTx/>
              <a:latin typeface="Arial" panose="020B0604020202020204"/>
            </a:endParaRPr>
          </a:p>
          <a:p>
            <a:pPr defTabSz="1371600">
              <a:lnSpc>
                <a:spcPct val="100000"/>
              </a:lnSpc>
            </a:pPr>
            <a:endParaRPr lang="en-US" sz="2100" b="0" u="none" strike="noStrike">
              <a:solidFill>
                <a:srgbClr val="000000"/>
              </a:solidFill>
              <a:uFillTx/>
              <a:latin typeface="Arial" panose="020B0604020202020204"/>
            </a:endParaRPr>
          </a:p>
          <a:p>
            <a:pPr defTabSz="1371600">
              <a:lnSpc>
                <a:spcPct val="100000"/>
              </a:lnSpc>
            </a:pPr>
            <a:endParaRPr lang="en-US" sz="1800" b="0" u="none" strike="noStrike">
              <a:solidFill>
                <a:srgbClr val="000000"/>
              </a:solidFill>
              <a:uFillTx/>
              <a:latin typeface="Arial" panose="020B0604020202020204"/>
            </a:endParaRPr>
          </a:p>
          <a:p>
            <a:pPr defTabSz="1371600">
              <a:lnSpc>
                <a:spcPct val="100000"/>
              </a:lnSpc>
            </a:pPr>
            <a:endParaRPr lang="en-US" sz="3600" b="0" u="none" strike="noStrike">
              <a:solidFill>
                <a:srgbClr val="000000"/>
              </a:solidFill>
              <a:uFillTx/>
              <a:latin typeface="Arial" panose="020B0604020202020204"/>
            </a:endParaRPr>
          </a:p>
        </p:txBody>
      </p:sp>
      <p:sp>
        <p:nvSpPr>
          <p:cNvPr id="176" name="Rectangle 30"/>
          <p:cNvSpPr/>
          <p:nvPr/>
        </p:nvSpPr>
        <p:spPr>
          <a:xfrm>
            <a:off x="323640" y="7130520"/>
            <a:ext cx="2489760" cy="50148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1371600">
              <a:lnSpc>
                <a:spcPct val="100000"/>
              </a:lnSpc>
            </a:pPr>
            <a:r>
              <a:rPr lang="en-US" sz="2700" b="1" u="none" strike="noStrike">
                <a:solidFill>
                  <a:srgbClr val="FD9F4D"/>
                </a:solidFill>
                <a:uFillTx/>
                <a:latin typeface="Calibri" panose="020F0502020204030204"/>
              </a:rPr>
              <a:t>Personality </a:t>
            </a:r>
            <a:endParaRPr lang="en-US" sz="2700" b="0" u="none" strike="noStrike">
              <a:solidFill>
                <a:srgbClr val="000000"/>
              </a:solidFill>
              <a:uFillTx/>
              <a:latin typeface="Arial" panose="020B0604020202020204"/>
            </a:endParaRPr>
          </a:p>
        </p:txBody>
      </p:sp>
      <p:sp>
        <p:nvSpPr>
          <p:cNvPr id="177" name="Rectangle 33"/>
          <p:cNvSpPr/>
          <p:nvPr/>
        </p:nvSpPr>
        <p:spPr>
          <a:xfrm>
            <a:off x="13893840" y="1437480"/>
            <a:ext cx="2577600" cy="50148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1371600">
              <a:lnSpc>
                <a:spcPct val="100000"/>
              </a:lnSpc>
            </a:pPr>
            <a:r>
              <a:rPr lang="en-US" sz="2700" b="1" u="none" strike="noStrike">
                <a:solidFill>
                  <a:srgbClr val="FD9F4D"/>
                </a:solidFill>
                <a:uFillTx/>
                <a:latin typeface="Calibri" panose="020F0502020204030204"/>
              </a:rPr>
              <a:t>Motivations </a:t>
            </a:r>
            <a:endParaRPr lang="en-US" sz="2700" b="0" u="none" strike="noStrike">
              <a:solidFill>
                <a:srgbClr val="000000"/>
              </a:solidFill>
              <a:uFillTx/>
              <a:latin typeface="Arial" panose="020B0604020202020204"/>
            </a:endParaRPr>
          </a:p>
        </p:txBody>
      </p:sp>
      <p:sp>
        <p:nvSpPr>
          <p:cNvPr id="178" name="TextBox 4"/>
          <p:cNvSpPr/>
          <p:nvPr/>
        </p:nvSpPr>
        <p:spPr>
          <a:xfrm>
            <a:off x="496080" y="5722560"/>
            <a:ext cx="4496760" cy="10497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1371600">
              <a:lnSpc>
                <a:spcPct val="100000"/>
              </a:lnSpc>
            </a:pPr>
            <a:r>
              <a:rPr lang="en-US" sz="2100" b="0" u="none" strike="noStrike">
                <a:solidFill>
                  <a:srgbClr val="052B3E"/>
                </a:solidFill>
                <a:uFillTx/>
                <a:latin typeface="Calibri" panose="020F0502020204030204"/>
              </a:rPr>
              <a:t>Age: 14-22</a:t>
            </a:r>
            <a:endParaRPr lang="en-US" sz="2100" b="0" u="none" strike="noStrike">
              <a:solidFill>
                <a:srgbClr val="000000"/>
              </a:solidFill>
              <a:uFillTx/>
              <a:latin typeface="Arial" panose="020B0604020202020204"/>
            </a:endParaRPr>
          </a:p>
          <a:p>
            <a:pPr defTabSz="1371600">
              <a:lnSpc>
                <a:spcPct val="100000"/>
              </a:lnSpc>
            </a:pPr>
            <a:r>
              <a:rPr lang="en-US" sz="2100" b="0" u="none" strike="noStrike">
                <a:solidFill>
                  <a:srgbClr val="052B3E"/>
                </a:solidFill>
                <a:uFillTx/>
                <a:latin typeface="Calibri" panose="020F0502020204030204"/>
              </a:rPr>
              <a:t>Occupation: </a:t>
            </a:r>
            <a:r>
              <a:rPr lang="en-US" sz="2100" b="0" u="none" strike="noStrike">
                <a:solidFill>
                  <a:srgbClr val="052B3E"/>
                </a:solidFill>
                <a:uFillTx/>
                <a:latin typeface="Calibri" panose="020F0502020204030204"/>
              </a:rPr>
              <a:t>	</a:t>
            </a:r>
            <a:r>
              <a:rPr lang="en-IN" sz="2100" b="0" u="none" strike="noStrike">
                <a:solidFill>
                  <a:srgbClr val="052B3E"/>
                </a:solidFill>
                <a:uFillTx/>
                <a:latin typeface="Calibri" panose="020F0502020204030204"/>
              </a:rPr>
              <a:t>Student</a:t>
            </a:r>
            <a:endParaRPr lang="en-US" sz="2100" b="0" u="none" strike="noStrike">
              <a:solidFill>
                <a:srgbClr val="000000"/>
              </a:solidFill>
              <a:uFillTx/>
              <a:latin typeface="Arial" panose="020B0604020202020204"/>
            </a:endParaRPr>
          </a:p>
          <a:p>
            <a:pPr defTabSz="1371600">
              <a:lnSpc>
                <a:spcPct val="100000"/>
              </a:lnSpc>
            </a:pPr>
            <a:r>
              <a:rPr lang="en-US" sz="2100" b="0" u="none" strike="noStrike">
                <a:solidFill>
                  <a:srgbClr val="052B3E"/>
                </a:solidFill>
                <a:uFillTx/>
                <a:latin typeface="Calibri" panose="020F0502020204030204"/>
              </a:rPr>
              <a:t>Location:</a:t>
            </a:r>
            <a:r>
              <a:rPr lang="en-IN" sz="2100" b="0" u="none" strike="noStrike">
                <a:solidFill>
                  <a:srgbClr val="052B3E"/>
                </a:solidFill>
                <a:uFillTx/>
                <a:latin typeface="Calibri" panose="020F0502020204030204"/>
              </a:rPr>
              <a:t>Coimbatore</a:t>
            </a:r>
            <a:endParaRPr lang="en-US" sz="2100" b="0" u="none" strike="noStrike">
              <a:solidFill>
                <a:srgbClr val="000000"/>
              </a:solidFill>
              <a:uFillTx/>
              <a:latin typeface="Arial" panose="020B0604020202020204"/>
            </a:endParaRPr>
          </a:p>
        </p:txBody>
      </p:sp>
      <p:sp>
        <p:nvSpPr>
          <p:cNvPr id="179" name="Rounded Rectangle 24"/>
          <p:cNvSpPr/>
          <p:nvPr/>
        </p:nvSpPr>
        <p:spPr>
          <a:xfrm>
            <a:off x="6270480" y="1285920"/>
            <a:ext cx="2354400" cy="566640"/>
          </a:xfrm>
          <a:prstGeom prst="roundRect">
            <a:avLst>
              <a:gd name="adj" fmla="val 16667"/>
            </a:avLst>
          </a:prstGeom>
          <a:solidFill>
            <a:srgbClr val="FFFFFF"/>
          </a:solidFill>
          <a:ln>
            <a:solidFill>
              <a:srgbClr val="F79646"/>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1371600">
              <a:lnSpc>
                <a:spcPct val="100000"/>
              </a:lnSpc>
            </a:pPr>
            <a:r>
              <a:rPr lang="en-IN" sz="1650" b="0" u="none" strike="noStrike">
                <a:solidFill>
                  <a:schemeClr val="dk1"/>
                </a:solidFill>
                <a:uFillTx/>
                <a:latin typeface="Calibri" panose="020F0502020204030204"/>
              </a:rPr>
              <a:t>OUTGOING</a:t>
            </a:r>
            <a:endParaRPr lang="en-US" sz="1650" b="0" u="none" strike="noStrike">
              <a:solidFill>
                <a:srgbClr val="000000"/>
              </a:solidFill>
              <a:uFillTx/>
              <a:latin typeface="Arial" panose="020B0604020202020204"/>
            </a:endParaRPr>
          </a:p>
        </p:txBody>
      </p:sp>
      <p:pic>
        <p:nvPicPr>
          <p:cNvPr id="180" name="Picture 12"/>
          <p:cNvPicPr/>
          <p:nvPr/>
        </p:nvPicPr>
        <p:blipFill>
          <a:blip r:embed="rId4"/>
          <a:stretch>
            <a:fillRect/>
          </a:stretch>
        </p:blipFill>
        <p:spPr>
          <a:xfrm>
            <a:off x="609480" y="7527600"/>
            <a:ext cx="3552840" cy="2187720"/>
          </a:xfrm>
          <a:prstGeom prst="rect">
            <a:avLst/>
          </a:prstGeom>
          <a:ln w="0">
            <a:noFill/>
          </a:ln>
        </p:spPr>
      </p:pic>
      <p:pic>
        <p:nvPicPr>
          <p:cNvPr id="181" name="Picture 14"/>
          <p:cNvPicPr/>
          <p:nvPr/>
        </p:nvPicPr>
        <p:blipFill>
          <a:blip r:embed="rId5"/>
          <a:stretch>
            <a:fillRect/>
          </a:stretch>
        </p:blipFill>
        <p:spPr>
          <a:xfrm>
            <a:off x="14311080" y="1853280"/>
            <a:ext cx="3254040" cy="2498040"/>
          </a:xfrm>
          <a:prstGeom prst="rect">
            <a:avLst/>
          </a:prstGeom>
          <a:ln w="0">
            <a:noFill/>
          </a:ln>
        </p:spPr>
      </p:pic>
      <p:sp>
        <p:nvSpPr>
          <p:cNvPr id="182" name="Rectangle 15"/>
          <p:cNvSpPr/>
          <p:nvPr/>
        </p:nvSpPr>
        <p:spPr>
          <a:xfrm>
            <a:off x="522360" y="4476960"/>
            <a:ext cx="4093560" cy="1062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1371600">
              <a:lnSpc>
                <a:spcPct val="100000"/>
              </a:lnSpc>
            </a:pPr>
            <a:r>
              <a:rPr lang="en-IN" sz="2100" b="1" u="none" strike="noStrike">
                <a:solidFill>
                  <a:srgbClr val="FFFFFF"/>
                </a:solidFill>
                <a:uFillTx/>
                <a:latin typeface="Calibri" panose="020F0502020204030204"/>
              </a:rPr>
              <a:t>Yogesh</a:t>
            </a:r>
            <a:endParaRPr lang="en-US" sz="2100" b="0" u="none" strike="noStrike">
              <a:solidFill>
                <a:srgbClr val="000000"/>
              </a:solidFill>
              <a:uFillTx/>
              <a:latin typeface="Arial" panose="020B0604020202020204"/>
            </a:endParaRPr>
          </a:p>
        </p:txBody>
      </p:sp>
      <p:sp>
        <p:nvSpPr>
          <p:cNvPr id="184" name="Rectangle 1"/>
          <p:cNvSpPr/>
          <p:nvPr/>
        </p:nvSpPr>
        <p:spPr>
          <a:xfrm>
            <a:off x="496080" y="1838160"/>
            <a:ext cx="4119840" cy="2498040"/>
          </a:xfrm>
          <a:prstGeom prst="rect">
            <a:avLst/>
          </a:prstGeom>
          <a:solidFill>
            <a:srgbClr val="FFFFFF"/>
          </a:solidFill>
          <a:ln>
            <a:solidFill>
              <a:srgbClr val="F79646"/>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defTabSz="1371600">
              <a:lnSpc>
                <a:spcPct val="100000"/>
              </a:lnSpc>
            </a:pPr>
            <a:endParaRPr lang="en-US" sz="2400" b="0" u="none" strike="noStrike">
              <a:solidFill>
                <a:srgbClr val="000000"/>
              </a:solidFill>
              <a:uFillTx/>
              <a:latin typeface="Calibri" panose="020F0502020204030204"/>
            </a:endParaRPr>
          </a:p>
        </p:txBody>
      </p:sp>
      <p:sp>
        <p:nvSpPr>
          <p:cNvPr id="185" name="Rounded Rectangle 17"/>
          <p:cNvSpPr/>
          <p:nvPr/>
        </p:nvSpPr>
        <p:spPr>
          <a:xfrm>
            <a:off x="8777880" y="1285920"/>
            <a:ext cx="2354400" cy="566640"/>
          </a:xfrm>
          <a:prstGeom prst="roundRect">
            <a:avLst>
              <a:gd name="adj" fmla="val 16667"/>
            </a:avLst>
          </a:prstGeom>
          <a:solidFill>
            <a:srgbClr val="FFFFFF"/>
          </a:solidFill>
          <a:ln>
            <a:solidFill>
              <a:srgbClr val="F79646"/>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1371600">
              <a:lnSpc>
                <a:spcPct val="100000"/>
              </a:lnSpc>
            </a:pPr>
            <a:r>
              <a:rPr lang="en-IN" sz="1650" b="0" u="none" strike="noStrike">
                <a:solidFill>
                  <a:schemeClr val="dk1"/>
                </a:solidFill>
                <a:uFillTx/>
                <a:latin typeface="Calibri" panose="020F0502020204030204"/>
              </a:rPr>
              <a:t>GREAT OBSERVER</a:t>
            </a:r>
            <a:endParaRPr lang="en-US" sz="1650" b="0" u="none" strike="noStrike">
              <a:solidFill>
                <a:srgbClr val="000000"/>
              </a:solidFill>
              <a:uFillTx/>
              <a:latin typeface="Arial" panose="020B0604020202020204"/>
            </a:endParaRPr>
          </a:p>
        </p:txBody>
      </p:sp>
      <p:sp>
        <p:nvSpPr>
          <p:cNvPr id="186" name="Rounded Rectangle 18"/>
          <p:cNvSpPr/>
          <p:nvPr/>
        </p:nvSpPr>
        <p:spPr>
          <a:xfrm>
            <a:off x="11285280" y="1285920"/>
            <a:ext cx="2354400" cy="566640"/>
          </a:xfrm>
          <a:prstGeom prst="roundRect">
            <a:avLst>
              <a:gd name="adj" fmla="val 16667"/>
            </a:avLst>
          </a:prstGeom>
          <a:solidFill>
            <a:srgbClr val="FFFFFF"/>
          </a:solidFill>
          <a:ln>
            <a:solidFill>
              <a:srgbClr val="F79646"/>
            </a:solidFill>
            <a:round/>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1371600">
              <a:lnSpc>
                <a:spcPct val="100000"/>
              </a:lnSpc>
            </a:pPr>
            <a:r>
              <a:rPr lang="en-IN" sz="1650" b="0" u="none" strike="noStrike">
                <a:solidFill>
                  <a:schemeClr val="dk1"/>
                </a:solidFill>
                <a:uFillTx/>
                <a:latin typeface="Calibri" panose="020F0502020204030204"/>
              </a:rPr>
              <a:t>Approachable</a:t>
            </a:r>
            <a:endParaRPr lang="en-US" sz="1650" b="0" u="none" strike="noStrike">
              <a:solidFill>
                <a:srgbClr val="000000"/>
              </a:solidFill>
              <a:uFillTx/>
              <a:latin typeface="Arial" panose="020B0604020202020204"/>
            </a:endParaRPr>
          </a:p>
        </p:txBody>
      </p:sp>
      <p:sp>
        <p:nvSpPr>
          <p:cNvPr id="187" name="Rectangle 2"/>
          <p:cNvSpPr/>
          <p:nvPr/>
        </p:nvSpPr>
        <p:spPr>
          <a:xfrm>
            <a:off x="14174640" y="4682520"/>
            <a:ext cx="3889440" cy="367920"/>
          </a:xfrm>
          <a:prstGeom prst="rect">
            <a:avLst/>
          </a:prstGeom>
          <a:solidFill>
            <a:srgbClr val="FFC000"/>
          </a:solid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914400">
              <a:lnSpc>
                <a:spcPct val="100000"/>
              </a:lnSpc>
            </a:pPr>
            <a:endParaRPr lang="en-US" sz="1800" b="0" u="none" strike="noStrike">
              <a:solidFill>
                <a:schemeClr val="dk1"/>
              </a:solidFill>
              <a:uFillTx/>
              <a:latin typeface="Calibri" panose="020F0502020204030204"/>
            </a:endParaRPr>
          </a:p>
        </p:txBody>
      </p:sp>
      <p:pic>
        <p:nvPicPr>
          <p:cNvPr id="188" name="Picture 3" descr="Passport-Size-Photo-Schoo-Uniform"/>
          <p:cNvPicPr/>
          <p:nvPr/>
        </p:nvPicPr>
        <p:blipFill>
          <a:blip r:embed="rId6"/>
          <a:stretch>
            <a:fillRect/>
          </a:stretch>
        </p:blipFill>
        <p:spPr>
          <a:xfrm>
            <a:off x="1676520" y="1823760"/>
            <a:ext cx="1786680" cy="250164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8"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9219"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9220"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2" name="TextBox 15"/>
          <p:cNvSpPr/>
          <p:nvPr/>
        </p:nvSpPr>
        <p:spPr>
          <a:xfrm>
            <a:off x="4267415" y="367685"/>
            <a:ext cx="12338280" cy="1110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defTabSz="914400">
              <a:lnSpc>
                <a:spcPts val="8745"/>
              </a:lnSpc>
            </a:pPr>
            <a:r>
              <a:rPr lang="en-US" sz="5400" b="1" u="none" strike="noStrike">
                <a:solidFill>
                  <a:schemeClr val="dk1"/>
                </a:solidFill>
                <a:uFillTx/>
                <a:latin typeface="Calibri" panose="020F0502020204030204"/>
              </a:rPr>
              <a:t>Value Proposition Canvas </a:t>
            </a:r>
            <a:endParaRPr lang="en-US" sz="5400" b="0" u="none" strike="noStrike">
              <a:solidFill>
                <a:srgbClr val="000000"/>
              </a:solidFill>
              <a:uFillTx/>
              <a:latin typeface="Arial" panose="020B0604020202020204"/>
            </a:endParaRPr>
          </a:p>
        </p:txBody>
      </p:sp>
      <p:grpSp>
        <p:nvGrpSpPr>
          <p:cNvPr id="3" name="Group 6"/>
          <p:cNvGrpSpPr/>
          <p:nvPr/>
        </p:nvGrpSpPr>
        <p:grpSpPr>
          <a:xfrm>
            <a:off x="1257840" y="1485720"/>
            <a:ext cx="14958720" cy="7197120"/>
            <a:chOff x="1257840" y="1485720"/>
            <a:chExt cx="14958720" cy="7197120"/>
          </a:xfrm>
        </p:grpSpPr>
        <p:grpSp>
          <p:nvGrpSpPr>
            <p:cNvPr id="4" name="Group 13"/>
            <p:cNvGrpSpPr/>
            <p:nvPr/>
          </p:nvGrpSpPr>
          <p:grpSpPr>
            <a:xfrm>
              <a:off x="5648040" y="4134240"/>
              <a:ext cx="6396120" cy="2110320"/>
              <a:chOff x="5648040" y="4134240"/>
              <a:chExt cx="6396120" cy="2110320"/>
            </a:xfrm>
          </p:grpSpPr>
          <p:grpSp>
            <p:nvGrpSpPr>
              <p:cNvPr id="5" name="Group 14"/>
              <p:cNvGrpSpPr/>
              <p:nvPr/>
            </p:nvGrpSpPr>
            <p:grpSpPr>
              <a:xfrm>
                <a:off x="9025200" y="4134600"/>
                <a:ext cx="3018960" cy="2102400"/>
                <a:chOff x="9025200" y="4134600"/>
                <a:chExt cx="3018960" cy="2102400"/>
              </a:xfrm>
            </p:grpSpPr>
            <p:sp>
              <p:nvSpPr>
                <p:cNvPr id="6" name="Flowchart: Connector 24"/>
                <p:cNvSpPr/>
                <p:nvPr/>
              </p:nvSpPr>
              <p:spPr>
                <a:xfrm>
                  <a:off x="9025200" y="4134600"/>
                  <a:ext cx="2688840" cy="2102400"/>
                </a:xfrm>
                <a:prstGeom prst="flowChartConnector">
                  <a:avLst/>
                </a:prstGeom>
                <a:solidFill>
                  <a:srgbClr val="FFD966"/>
                </a:solidFill>
                <a:ln w="6350">
                  <a:noFill/>
                </a:ln>
              </p:spPr>
              <p:style>
                <a:lnRef idx="0">
                  <a:srgbClr val="FFFFFF"/>
                </a:lnRef>
                <a:fillRef idx="0">
                  <a:srgbClr val="FFFFFF"/>
                </a:fillRef>
                <a:effectRef idx="0">
                  <a:srgbClr val="FFFFFF"/>
                </a:effectRef>
                <a:fontRef idx="minor"/>
              </p:style>
              <p:txBody>
                <a:bodyPr lIns="90000" tIns="45000" rIns="90000" bIns="45000" anchor="ctr">
                  <a:noAutofit/>
                </a:bodyPr>
                <a:p>
                  <a:pPr algn="ctr" defTabSz="685800">
                    <a:lnSpc>
                      <a:spcPct val="100000"/>
                    </a:lnSpc>
                    <a:tabLst>
                      <a:tab pos="0" algn="l"/>
                    </a:tabLst>
                  </a:pPr>
                  <a:endParaRPr lang="en-US" sz="3200" b="0" u="none" strike="noStrike">
                    <a:solidFill>
                      <a:srgbClr val="000000"/>
                    </a:solidFill>
                    <a:uFillTx/>
                    <a:latin typeface="Calibri" panose="020F0502020204030204"/>
                  </a:endParaRPr>
                </a:p>
              </p:txBody>
            </p:sp>
            <p:sp>
              <p:nvSpPr>
                <p:cNvPr id="7" name="Flowchart: Connector 25"/>
                <p:cNvSpPr/>
                <p:nvPr/>
              </p:nvSpPr>
              <p:spPr>
                <a:xfrm>
                  <a:off x="10145520" y="5010840"/>
                  <a:ext cx="447840" cy="350280"/>
                </a:xfrm>
                <a:prstGeom prst="flowChartConnector">
                  <a:avLst/>
                </a:prstGeom>
                <a:solidFill>
                  <a:srgbClr val="FFC000"/>
                </a:solidFill>
                <a:ln w="12700">
                  <a:noFill/>
                </a:ln>
              </p:spPr>
              <p:style>
                <a:lnRef idx="0">
                  <a:srgbClr val="FFFFFF"/>
                </a:lnRef>
                <a:fillRef idx="0">
                  <a:srgbClr val="FFFFFF"/>
                </a:fillRef>
                <a:effectRef idx="0">
                  <a:srgbClr val="FFFFFF"/>
                </a:effectRef>
                <a:fontRef idx="minor"/>
              </p:style>
              <p:txBody>
                <a:bodyPr lIns="90000" tIns="45000" rIns="90000" bIns="45000" anchor="ctr">
                  <a:noAutofit/>
                </a:bodyPr>
                <a:p>
                  <a:pPr algn="ctr" defTabSz="685800">
                    <a:lnSpc>
                      <a:spcPct val="100000"/>
                    </a:lnSpc>
                    <a:tabLst>
                      <a:tab pos="0" algn="l"/>
                    </a:tabLst>
                  </a:pPr>
                  <a:endParaRPr lang="en-US" sz="3200" b="0" u="none" strike="noStrike">
                    <a:solidFill>
                      <a:srgbClr val="FFFFFF"/>
                    </a:solidFill>
                    <a:uFillTx/>
                    <a:latin typeface="Calibri" panose="020F0502020204030204"/>
                  </a:endParaRPr>
                </a:p>
              </p:txBody>
            </p:sp>
            <p:cxnSp>
              <p:nvCxnSpPr>
                <p:cNvPr id="8" name="Straight Arrow Connector 26"/>
                <p:cNvCxnSpPr/>
                <p:nvPr/>
              </p:nvCxnSpPr>
              <p:spPr>
                <a:xfrm flipH="1">
                  <a:off x="9025200" y="5185800"/>
                  <a:ext cx="1120680" cy="360"/>
                </a:xfrm>
                <a:prstGeom prst="straightConnector1">
                  <a:avLst/>
                </a:prstGeom>
                <a:ln w="38100">
                  <a:solidFill>
                    <a:srgbClr val="A5A5A5"/>
                  </a:solidFill>
                  <a:miter/>
                  <a:tailEnd type="triangle" w="med" len="med"/>
                </a:ln>
              </p:spPr>
            </p:cxnSp>
            <p:cxnSp>
              <p:nvCxnSpPr>
                <p:cNvPr id="9" name="Straight Connector 27"/>
                <p:cNvCxnSpPr/>
                <p:nvPr/>
              </p:nvCxnSpPr>
              <p:spPr>
                <a:xfrm flipH="1">
                  <a:off x="10369440" y="4442400"/>
                  <a:ext cx="951120" cy="568440"/>
                </a:xfrm>
                <a:prstGeom prst="straightConnector1">
                  <a:avLst/>
                </a:prstGeom>
                <a:ln w="28575">
                  <a:solidFill>
                    <a:srgbClr val="A5A5A5"/>
                  </a:solidFill>
                  <a:miter/>
                </a:ln>
              </p:spPr>
            </p:cxnSp>
            <p:cxnSp>
              <p:nvCxnSpPr>
                <p:cNvPr id="10" name="Straight Connector 28"/>
                <p:cNvCxnSpPr/>
                <p:nvPr/>
              </p:nvCxnSpPr>
              <p:spPr>
                <a:xfrm flipH="1" flipV="1">
                  <a:off x="10369440" y="5361120"/>
                  <a:ext cx="951120" cy="568440"/>
                </a:xfrm>
                <a:prstGeom prst="straightConnector1">
                  <a:avLst/>
                </a:prstGeom>
                <a:ln w="28575">
                  <a:solidFill>
                    <a:srgbClr val="A5A5A5"/>
                  </a:solidFill>
                  <a:miter/>
                </a:ln>
              </p:spPr>
            </p:cxnSp>
            <p:sp>
              <p:nvSpPr>
                <p:cNvPr id="11" name="TextBox 29"/>
                <p:cNvSpPr/>
                <p:nvPr/>
              </p:nvSpPr>
              <p:spPr>
                <a:xfrm>
                  <a:off x="10758960" y="5047560"/>
                  <a:ext cx="1285200" cy="3639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843C0B"/>
                      </a:solidFill>
                      <a:uFillTx/>
                      <a:latin typeface="Calibri" panose="020F0502020204030204"/>
                    </a:rPr>
                    <a:t>JOBS</a:t>
                  </a:r>
                  <a:endParaRPr lang="en-US" sz="1800" b="0" u="none" strike="noStrike">
                    <a:solidFill>
                      <a:srgbClr val="000000"/>
                    </a:solidFill>
                    <a:uFillTx/>
                    <a:latin typeface="Arial" panose="020B0604020202020204"/>
                  </a:endParaRPr>
                </a:p>
              </p:txBody>
            </p:sp>
            <p:sp>
              <p:nvSpPr>
                <p:cNvPr id="12" name="TextBox 30"/>
                <p:cNvSpPr/>
                <p:nvPr/>
              </p:nvSpPr>
              <p:spPr>
                <a:xfrm>
                  <a:off x="9717840" y="5543640"/>
                  <a:ext cx="1285200" cy="3639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843C0B"/>
                      </a:solidFill>
                      <a:uFillTx/>
                      <a:latin typeface="Calibri" panose="020F0502020204030204"/>
                    </a:rPr>
                    <a:t>PAINS</a:t>
                  </a:r>
                  <a:endParaRPr lang="en-US" sz="1800" b="0" u="none" strike="noStrike">
                    <a:solidFill>
                      <a:srgbClr val="000000"/>
                    </a:solidFill>
                    <a:uFillTx/>
                    <a:latin typeface="Arial" panose="020B0604020202020204"/>
                  </a:endParaRPr>
                </a:p>
              </p:txBody>
            </p:sp>
            <p:sp>
              <p:nvSpPr>
                <p:cNvPr id="13" name="TextBox 31"/>
                <p:cNvSpPr/>
                <p:nvPr/>
              </p:nvSpPr>
              <p:spPr>
                <a:xfrm>
                  <a:off x="9658800" y="4424040"/>
                  <a:ext cx="1285200" cy="3639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843C0B"/>
                      </a:solidFill>
                      <a:uFillTx/>
                      <a:latin typeface="Calibri" panose="020F0502020204030204"/>
                    </a:rPr>
                    <a:t>GAINS</a:t>
                  </a:r>
                  <a:endParaRPr lang="en-US" sz="1800" b="0" u="none" strike="noStrike">
                    <a:solidFill>
                      <a:srgbClr val="000000"/>
                    </a:solidFill>
                    <a:uFillTx/>
                    <a:latin typeface="Arial" panose="020B0604020202020204"/>
                  </a:endParaRPr>
                </a:p>
              </p:txBody>
            </p:sp>
          </p:grpSp>
          <p:grpSp>
            <p:nvGrpSpPr>
              <p:cNvPr id="14" name="Group 15"/>
              <p:cNvGrpSpPr/>
              <p:nvPr/>
            </p:nvGrpSpPr>
            <p:grpSpPr>
              <a:xfrm>
                <a:off x="5648040" y="4134240"/>
                <a:ext cx="3059640" cy="2110320"/>
                <a:chOff x="5648040" y="4134240"/>
                <a:chExt cx="3059640" cy="2110320"/>
              </a:xfrm>
            </p:grpSpPr>
            <p:sp>
              <p:nvSpPr>
                <p:cNvPr id="15" name="Rectangle 16"/>
                <p:cNvSpPr/>
                <p:nvPr/>
              </p:nvSpPr>
              <p:spPr>
                <a:xfrm>
                  <a:off x="5744160" y="4134600"/>
                  <a:ext cx="2688840" cy="2102400"/>
                </a:xfrm>
                <a:prstGeom prst="rect">
                  <a:avLst/>
                </a:prstGeom>
                <a:solidFill>
                  <a:srgbClr val="A9D18E"/>
                </a:solidFill>
                <a:ln w="12700">
                  <a:noFill/>
                </a:ln>
              </p:spPr>
              <p:style>
                <a:lnRef idx="0">
                  <a:srgbClr val="FFFFFF"/>
                </a:lnRef>
                <a:fillRef idx="0">
                  <a:srgbClr val="FFFFFF"/>
                </a:fillRef>
                <a:effectRef idx="0">
                  <a:srgbClr val="FFFFFF"/>
                </a:effectRef>
                <a:fontRef idx="minor"/>
              </p:style>
              <p:txBody>
                <a:bodyPr lIns="90000" tIns="45000" rIns="90000" bIns="45000" anchor="ctr">
                  <a:noAutofit/>
                </a:bodyPr>
                <a:p>
                  <a:pPr algn="ctr" defTabSz="685800">
                    <a:lnSpc>
                      <a:spcPct val="100000"/>
                    </a:lnSpc>
                    <a:tabLst>
                      <a:tab pos="0" algn="l"/>
                    </a:tabLst>
                  </a:pPr>
                  <a:endParaRPr lang="en-US" sz="3200" b="0" u="none" strike="noStrike">
                    <a:solidFill>
                      <a:srgbClr val="FFFFFF"/>
                    </a:solidFill>
                    <a:uFillTx/>
                    <a:latin typeface="Calibri" panose="020F0502020204030204"/>
                  </a:endParaRPr>
                </a:p>
              </p:txBody>
            </p:sp>
            <p:sp>
              <p:nvSpPr>
                <p:cNvPr id="17" name="Flowchart: Connector 17"/>
                <p:cNvSpPr/>
                <p:nvPr/>
              </p:nvSpPr>
              <p:spPr>
                <a:xfrm>
                  <a:off x="6864840" y="5014440"/>
                  <a:ext cx="447840" cy="350280"/>
                </a:xfrm>
                <a:prstGeom prst="flowChartConnector">
                  <a:avLst/>
                </a:prstGeom>
                <a:solidFill>
                  <a:srgbClr val="548235"/>
                </a:solidFill>
                <a:ln w="12700">
                  <a:noFill/>
                </a:ln>
              </p:spPr>
              <p:style>
                <a:lnRef idx="0">
                  <a:srgbClr val="FFFFFF"/>
                </a:lnRef>
                <a:fillRef idx="0">
                  <a:srgbClr val="FFFFFF"/>
                </a:fillRef>
                <a:effectRef idx="0">
                  <a:srgbClr val="FFFFFF"/>
                </a:effectRef>
                <a:fontRef idx="minor"/>
              </p:style>
              <p:txBody>
                <a:bodyPr lIns="90000" tIns="45000" rIns="90000" bIns="45000" anchor="ctr">
                  <a:noAutofit/>
                </a:bodyPr>
                <a:p>
                  <a:pPr algn="ctr" defTabSz="685800">
                    <a:lnSpc>
                      <a:spcPct val="100000"/>
                    </a:lnSpc>
                    <a:tabLst>
                      <a:tab pos="0" algn="l"/>
                    </a:tabLst>
                  </a:pPr>
                  <a:endParaRPr lang="en-US" sz="3200" b="0" u="none" strike="noStrike">
                    <a:solidFill>
                      <a:srgbClr val="FFFFFF"/>
                    </a:solidFill>
                    <a:uFillTx/>
                    <a:latin typeface="Calibri" panose="020F0502020204030204"/>
                  </a:endParaRPr>
                </a:p>
              </p:txBody>
            </p:sp>
            <p:cxnSp>
              <p:nvCxnSpPr>
                <p:cNvPr id="18" name="Straight Arrow Connector 18"/>
                <p:cNvCxnSpPr/>
                <p:nvPr/>
              </p:nvCxnSpPr>
              <p:spPr>
                <a:xfrm>
                  <a:off x="7339680" y="5185800"/>
                  <a:ext cx="1094040" cy="360"/>
                </a:xfrm>
                <a:prstGeom prst="straightConnector1">
                  <a:avLst/>
                </a:prstGeom>
                <a:ln w="38100">
                  <a:solidFill>
                    <a:srgbClr val="A5A5A5"/>
                  </a:solidFill>
                  <a:miter/>
                  <a:tailEnd type="triangle" w="med" len="med"/>
                </a:ln>
              </p:spPr>
            </p:cxnSp>
            <p:cxnSp>
              <p:nvCxnSpPr>
                <p:cNvPr id="20" name="Straight Connector 19"/>
                <p:cNvCxnSpPr/>
                <p:nvPr/>
              </p:nvCxnSpPr>
              <p:spPr>
                <a:xfrm flipH="1" flipV="1">
                  <a:off x="5744160" y="4134240"/>
                  <a:ext cx="1344960" cy="880560"/>
                </a:xfrm>
                <a:prstGeom prst="straightConnector1">
                  <a:avLst/>
                </a:prstGeom>
                <a:ln w="38100">
                  <a:solidFill>
                    <a:srgbClr val="A5A5A5"/>
                  </a:solidFill>
                  <a:miter/>
                </a:ln>
              </p:spPr>
            </p:cxnSp>
            <p:cxnSp>
              <p:nvCxnSpPr>
                <p:cNvPr id="21" name="Straight Connector 20"/>
                <p:cNvCxnSpPr/>
                <p:nvPr/>
              </p:nvCxnSpPr>
              <p:spPr>
                <a:xfrm flipH="1">
                  <a:off x="5744160" y="5372280"/>
                  <a:ext cx="1361520" cy="872640"/>
                </a:xfrm>
                <a:prstGeom prst="straightConnector1">
                  <a:avLst/>
                </a:prstGeom>
                <a:ln w="38100">
                  <a:solidFill>
                    <a:srgbClr val="A5A5A5"/>
                  </a:solidFill>
                  <a:miter/>
                </a:ln>
              </p:spPr>
            </p:cxnSp>
            <p:sp>
              <p:nvSpPr>
                <p:cNvPr id="22" name="TextBox 21"/>
                <p:cNvSpPr/>
                <p:nvPr/>
              </p:nvSpPr>
              <p:spPr>
                <a:xfrm>
                  <a:off x="6692760" y="4424040"/>
                  <a:ext cx="187776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385623"/>
                      </a:solidFill>
                      <a:uFillTx/>
                      <a:latin typeface="Calibri" panose="020F0502020204030204"/>
                    </a:rPr>
                    <a:t>GAIN CREATORS </a:t>
                  </a:r>
                  <a:endParaRPr lang="en-US" sz="1800" b="0" u="none" strike="noStrike">
                    <a:solidFill>
                      <a:srgbClr val="000000"/>
                    </a:solidFill>
                    <a:uFillTx/>
                    <a:latin typeface="Arial" panose="020B0604020202020204"/>
                  </a:endParaRPr>
                </a:p>
              </p:txBody>
            </p:sp>
            <p:sp>
              <p:nvSpPr>
                <p:cNvPr id="23" name="TextBox 22"/>
                <p:cNvSpPr/>
                <p:nvPr/>
              </p:nvSpPr>
              <p:spPr>
                <a:xfrm>
                  <a:off x="6829920" y="5543640"/>
                  <a:ext cx="187776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385623"/>
                      </a:solidFill>
                      <a:uFillTx/>
                      <a:latin typeface="Calibri" panose="020F0502020204030204"/>
                    </a:rPr>
                    <a:t>PAIN KILLERS</a:t>
                  </a:r>
                  <a:endParaRPr lang="en-US" sz="1800" b="0" u="none" strike="noStrike">
                    <a:solidFill>
                      <a:srgbClr val="000000"/>
                    </a:solidFill>
                    <a:uFillTx/>
                    <a:latin typeface="Arial" panose="020B0604020202020204"/>
                  </a:endParaRPr>
                </a:p>
              </p:txBody>
            </p:sp>
            <p:sp>
              <p:nvSpPr>
                <p:cNvPr id="25" name="TextBox 23"/>
                <p:cNvSpPr/>
                <p:nvPr/>
              </p:nvSpPr>
              <p:spPr>
                <a:xfrm>
                  <a:off x="5648040" y="4869000"/>
                  <a:ext cx="1877760" cy="63828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800" b="1" u="none" strike="noStrike">
                      <a:solidFill>
                        <a:srgbClr val="385623"/>
                      </a:solidFill>
                      <a:uFillTx/>
                      <a:latin typeface="Calibri" panose="020F0502020204030204"/>
                    </a:rPr>
                    <a:t>PRODUCT/ </a:t>
                  </a:r>
                  <a:endParaRPr lang="en-US" sz="1800" b="0" u="none" strike="noStrike">
                    <a:solidFill>
                      <a:srgbClr val="000000"/>
                    </a:solidFill>
                    <a:uFillTx/>
                    <a:latin typeface="Arial" panose="020B0604020202020204"/>
                  </a:endParaRPr>
                </a:p>
                <a:p>
                  <a:pPr defTabSz="685800">
                    <a:lnSpc>
                      <a:spcPct val="100000"/>
                    </a:lnSpc>
                    <a:tabLst>
                      <a:tab pos="0" algn="l"/>
                    </a:tabLst>
                  </a:pPr>
                  <a:r>
                    <a:rPr lang="en-US" sz="1800" b="1" u="none" strike="noStrike">
                      <a:solidFill>
                        <a:srgbClr val="385623"/>
                      </a:solidFill>
                      <a:uFillTx/>
                      <a:latin typeface="Calibri" panose="020F0502020204030204"/>
                    </a:rPr>
                    <a:t>SERVICE</a:t>
                  </a:r>
                  <a:endParaRPr lang="en-US" sz="1800" b="0" u="none" strike="noStrike">
                    <a:solidFill>
                      <a:srgbClr val="000000"/>
                    </a:solidFill>
                    <a:uFillTx/>
                    <a:latin typeface="Arial" panose="020B0604020202020204"/>
                  </a:endParaRPr>
                </a:p>
              </p:txBody>
            </p:sp>
          </p:grpSp>
        </p:grpSp>
        <p:cxnSp>
          <p:nvCxnSpPr>
            <p:cNvPr id="26" name="Straight Connector 32"/>
            <p:cNvCxnSpPr/>
            <p:nvPr/>
          </p:nvCxnSpPr>
          <p:spPr>
            <a:xfrm flipV="1">
              <a:off x="7070040" y="3020760"/>
              <a:ext cx="16920" cy="1113840"/>
            </a:xfrm>
            <a:prstGeom prst="straightConnector1">
              <a:avLst/>
            </a:prstGeom>
            <a:ln w="19050">
              <a:solidFill>
                <a:srgbClr val="70AD47"/>
              </a:solidFill>
              <a:miter/>
            </a:ln>
          </p:spPr>
        </p:cxnSp>
        <p:cxnSp>
          <p:nvCxnSpPr>
            <p:cNvPr id="27" name="Straight Connector 33"/>
            <p:cNvCxnSpPr/>
            <p:nvPr/>
          </p:nvCxnSpPr>
          <p:spPr>
            <a:xfrm flipH="1" flipV="1">
              <a:off x="5553720" y="3028320"/>
              <a:ext cx="1551960" cy="11160"/>
            </a:xfrm>
            <a:prstGeom prst="straightConnector1">
              <a:avLst/>
            </a:prstGeom>
            <a:ln w="19050">
              <a:solidFill>
                <a:srgbClr val="70AD47"/>
              </a:solidFill>
              <a:miter/>
            </a:ln>
          </p:spPr>
        </p:cxnSp>
        <p:sp>
          <p:nvSpPr>
            <p:cNvPr id="28" name="TextBox 34"/>
            <p:cNvSpPr/>
            <p:nvPr/>
          </p:nvSpPr>
          <p:spPr>
            <a:xfrm>
              <a:off x="1257840" y="2286000"/>
              <a:ext cx="4281480" cy="201096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r>
                <a:rPr lang="en-US" sz="1400" b="0" u="none" strike="noStrike">
                  <a:solidFill>
                    <a:srgbClr val="808080"/>
                  </a:solidFill>
                  <a:uFillTx/>
                  <a:latin typeface="Calibri" panose="020F0502020204030204"/>
                </a:rPr>
                <a:t> </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pt-BR" sz="1400" b="0" i="1" u="none" strike="noStrike">
                  <a:solidFill>
                    <a:srgbClr val="000000"/>
                  </a:solidFill>
                  <a:uFillTx/>
                  <a:latin typeface="Calibri" panose="020F0502020204030204"/>
                </a:rPr>
                <a:t>What do you offer that makes the customers happy?</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en-US" sz="1400" b="0" i="1" u="none" strike="noStrike">
                  <a:solidFill>
                    <a:srgbClr val="000000"/>
                  </a:solidFill>
                  <a:uFillTx/>
                  <a:latin typeface="Calibri" panose="020F0502020204030204"/>
                </a:rPr>
                <a:t>Genuine interaction between customer that gives them what they need</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p:txBody>
        </p:sp>
        <p:cxnSp>
          <p:nvCxnSpPr>
            <p:cNvPr id="32" name="Straight Connector 37"/>
            <p:cNvCxnSpPr/>
            <p:nvPr/>
          </p:nvCxnSpPr>
          <p:spPr>
            <a:xfrm flipV="1">
              <a:off x="7070040" y="6237000"/>
              <a:ext cx="360" cy="662040"/>
            </a:xfrm>
            <a:prstGeom prst="straightConnector1">
              <a:avLst/>
            </a:prstGeom>
            <a:ln w="19050">
              <a:solidFill>
                <a:srgbClr val="70AD47"/>
              </a:solidFill>
              <a:miter/>
            </a:ln>
          </p:spPr>
        </p:cxnSp>
        <p:cxnSp>
          <p:nvCxnSpPr>
            <p:cNvPr id="33" name="Straight Connector 38"/>
            <p:cNvCxnSpPr/>
            <p:nvPr/>
          </p:nvCxnSpPr>
          <p:spPr>
            <a:xfrm flipH="1" flipV="1">
              <a:off x="5258160" y="6898680"/>
              <a:ext cx="1847520" cy="3600"/>
            </a:xfrm>
            <a:prstGeom prst="straightConnector1">
              <a:avLst/>
            </a:prstGeom>
            <a:ln w="19050">
              <a:solidFill>
                <a:srgbClr val="70AD47"/>
              </a:solidFill>
              <a:miter/>
            </a:ln>
          </p:spPr>
        </p:cxnSp>
        <p:sp>
          <p:nvSpPr>
            <p:cNvPr id="34" name="TextBox 39"/>
            <p:cNvSpPr/>
            <p:nvPr/>
          </p:nvSpPr>
          <p:spPr>
            <a:xfrm>
              <a:off x="1294560" y="6244920"/>
              <a:ext cx="3963240" cy="243792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90000" tIns="45000" rIns="90000" bIns="45000" anchor="t">
              <a:spAutoFit/>
            </a:bodyPr>
            <a:p>
              <a:pPr defTabSz="685800">
                <a:lnSpc>
                  <a:spcPct val="100000"/>
                </a:lnSpc>
                <a:tabLst>
                  <a:tab pos="0" algn="l"/>
                </a:tabLst>
              </a:pP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pt-BR" sz="1400" b="0" i="1" u="none" strike="noStrike">
                  <a:solidFill>
                    <a:srgbClr val="000000"/>
                  </a:solidFill>
                  <a:uFillTx/>
                  <a:latin typeface="Calibri" panose="020F0502020204030204"/>
                </a:rPr>
                <a:t>Which features of your offering relieve the customer's pains?</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en-US" sz="1400" b="0" i="1" u="none" strike="noStrike">
                  <a:solidFill>
                    <a:srgbClr val="000000"/>
                  </a:solidFill>
                  <a:uFillTx/>
                  <a:latin typeface="Calibri" panose="020F0502020204030204"/>
                </a:rPr>
                <a:t>real time rendering helps the student to understand the concept and be relieved of fear</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en-US" sz="1400" b="0" u="none" strike="noStrike">
                  <a:solidFill>
                    <a:srgbClr val="000000"/>
                  </a:solidFill>
                  <a:uFillTx/>
                  <a:latin typeface="Calibri" panose="020F0502020204030204"/>
                </a:rPr>
                <a:t>relieves the customer of fear of intimidating concepts </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p:txBody>
        </p:sp>
        <p:cxnSp>
          <p:nvCxnSpPr>
            <p:cNvPr id="37" name="Straight Connector 40"/>
            <p:cNvCxnSpPr/>
            <p:nvPr/>
          </p:nvCxnSpPr>
          <p:spPr>
            <a:xfrm flipH="1">
              <a:off x="6798240" y="4852440"/>
              <a:ext cx="81360" cy="360"/>
            </a:xfrm>
            <a:prstGeom prst="straightConnector1">
              <a:avLst/>
            </a:prstGeom>
            <a:ln w="19050">
              <a:solidFill>
                <a:srgbClr val="70AD47"/>
              </a:solidFill>
              <a:miter/>
            </a:ln>
          </p:spPr>
        </p:cxnSp>
        <p:cxnSp>
          <p:nvCxnSpPr>
            <p:cNvPr id="38" name="Straight Connector 41"/>
            <p:cNvCxnSpPr/>
            <p:nvPr/>
          </p:nvCxnSpPr>
          <p:spPr>
            <a:xfrm flipV="1">
              <a:off x="5444280" y="4134240"/>
              <a:ext cx="360" cy="2031480"/>
            </a:xfrm>
            <a:prstGeom prst="straightConnector1">
              <a:avLst/>
            </a:prstGeom>
            <a:ln w="19050">
              <a:solidFill>
                <a:srgbClr val="70AD47"/>
              </a:solidFill>
              <a:miter/>
            </a:ln>
          </p:spPr>
        </p:cxnSp>
        <p:cxnSp>
          <p:nvCxnSpPr>
            <p:cNvPr id="39" name="Straight Connector 42"/>
            <p:cNvCxnSpPr/>
            <p:nvPr/>
          </p:nvCxnSpPr>
          <p:spPr>
            <a:xfrm flipV="1">
              <a:off x="10369440" y="3020760"/>
              <a:ext cx="360" cy="1113840"/>
            </a:xfrm>
            <a:prstGeom prst="straightConnector1">
              <a:avLst/>
            </a:prstGeom>
            <a:ln w="19050">
              <a:solidFill>
                <a:srgbClr val="FFC000"/>
              </a:solidFill>
              <a:miter/>
            </a:ln>
          </p:spPr>
        </p:cxnSp>
        <p:cxnSp>
          <p:nvCxnSpPr>
            <p:cNvPr id="45" name="Straight Connector 43"/>
            <p:cNvCxnSpPr/>
            <p:nvPr/>
          </p:nvCxnSpPr>
          <p:spPr>
            <a:xfrm flipH="1">
              <a:off x="10360080" y="3039120"/>
              <a:ext cx="1470240" cy="2160"/>
            </a:xfrm>
            <a:prstGeom prst="straightConnector1">
              <a:avLst/>
            </a:prstGeom>
            <a:ln w="19050">
              <a:solidFill>
                <a:srgbClr val="FFC000"/>
              </a:solidFill>
              <a:miter/>
            </a:ln>
          </p:spPr>
        </p:cxnSp>
        <p:sp>
          <p:nvSpPr>
            <p:cNvPr id="46" name="TextBox 44"/>
            <p:cNvSpPr/>
            <p:nvPr/>
          </p:nvSpPr>
          <p:spPr>
            <a:xfrm>
              <a:off x="11963520" y="1485720"/>
              <a:ext cx="4253040" cy="284328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68760" tIns="34200" rIns="68760" bIns="34200" anchor="t">
              <a:spAutoFit/>
            </a:bodyPr>
            <a:p>
              <a:pPr defTabSz="685800">
                <a:lnSpc>
                  <a:spcPct val="100000"/>
                </a:lnSpc>
                <a:tabLst>
                  <a:tab pos="0" algn="l"/>
                </a:tabLst>
              </a:pPr>
              <a:r>
                <a:rPr lang="en-US" sz="1400" b="0" u="none" strike="noStrike">
                  <a:solidFill>
                    <a:srgbClr val="808080"/>
                  </a:solidFill>
                  <a:uFillTx/>
                  <a:latin typeface="Calibri" panose="020F0502020204030204"/>
                </a:rPr>
                <a:t>I would </a:t>
              </a:r>
              <a:r>
                <a:rPr lang="en-US" sz="1400" b="1" u="none" strike="noStrike">
                  <a:solidFill>
                    <a:srgbClr val="808080"/>
                  </a:solidFill>
                  <a:uFillTx/>
                  <a:latin typeface="Calibri" panose="020F0502020204030204"/>
                </a:rPr>
                <a:t>LOVE</a:t>
              </a:r>
              <a:r>
                <a:rPr lang="en-US" sz="1400" b="0" u="none" strike="noStrike">
                  <a:solidFill>
                    <a:srgbClr val="808080"/>
                  </a:solidFill>
                  <a:uFillTx/>
                  <a:latin typeface="Calibri" panose="020F0502020204030204"/>
                </a:rPr>
                <a:t> it if: </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marL="128270" indent="-128270" defTabSz="685800">
                <a:lnSpc>
                  <a:spcPct val="100000"/>
                </a:lnSpc>
                <a:buClr>
                  <a:srgbClr val="808080"/>
                </a:buClr>
                <a:buFont typeface="Wingdings" panose="05000000000000000000" pitchFamily="2" charset="2"/>
                <a:buChar char=""/>
                <a:tabLst>
                  <a:tab pos="0" algn="l"/>
                </a:tabLst>
              </a:pPr>
              <a:r>
                <a:rPr lang="en-US" sz="1400" b="0" u="none" strike="noStrike">
                  <a:solidFill>
                    <a:srgbClr val="808080"/>
                  </a:solidFill>
                  <a:uFillTx/>
                  <a:latin typeface="Calibri" panose="020F0502020204030204"/>
                </a:rPr>
                <a:t>?</a:t>
              </a:r>
              <a:r>
                <a:rPr lang="pt-BR" sz="1400" b="0" i="1" u="none" strike="noStrike">
                  <a:solidFill>
                    <a:srgbClr val="000000"/>
                  </a:solidFill>
                  <a:uFillTx/>
                  <a:latin typeface="Calibri" panose="020F0502020204030204"/>
                </a:rPr>
                <a:t> What would make the customer happy? </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en-US" sz="1400" b="0" i="1" u="none" strike="noStrike">
                  <a:solidFill>
                    <a:srgbClr val="000000"/>
                  </a:solidFill>
                  <a:uFillTx/>
                  <a:latin typeface="Calibri" panose="020F0502020204030204"/>
                </a:rPr>
                <a:t>Their ability to apply the concepts in variuos projects or personal endeavours </a:t>
              </a: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pt-BR" sz="1400" b="0" i="1" u="none" strike="noStrike">
                  <a:solidFill>
                    <a:srgbClr val="000000"/>
                  </a:solidFill>
                  <a:uFillTx/>
                  <a:latin typeface="Calibri" panose="020F0502020204030204"/>
                </a:rPr>
                <a:t>? What do the clients want when facing the problem?</a:t>
              </a:r>
              <a:endParaRPr lang="en-US" sz="1400" b="0" u="none" strike="noStrike">
                <a:solidFill>
                  <a:srgbClr val="000000"/>
                </a:solidFill>
                <a:uFillTx/>
                <a:latin typeface="Arial" panose="020B0604020202020204"/>
              </a:endParaRPr>
            </a:p>
            <a:p>
              <a:pPr marL="128270" indent="-128270" defTabSz="685800">
                <a:lnSpc>
                  <a:spcPct val="100000"/>
                </a:lnSpc>
                <a:buClr>
                  <a:srgbClr val="808080"/>
                </a:buClr>
                <a:buFont typeface="Wingdings" panose="05000000000000000000" pitchFamily="2" charset="2"/>
                <a:buChar char=""/>
                <a:tabLst>
                  <a:tab pos="0" algn="l"/>
                </a:tabLst>
              </a:pPr>
              <a:r>
                <a:rPr lang="en-US" sz="1400" b="0" i="1" u="none" strike="noStrike">
                  <a:solidFill>
                    <a:srgbClr val="808080"/>
                  </a:solidFill>
                  <a:uFillTx/>
                  <a:latin typeface="Calibri" panose="020F0502020204030204"/>
                </a:rPr>
                <a:t>When facing the problem the client would need the assistance of a experienced professional or other source of information</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r>
                <a:rPr lang="pt-BR" sz="1400" b="0" i="1" u="none" strike="noStrike">
                  <a:solidFill>
                    <a:srgbClr val="000000"/>
                  </a:solidFill>
                  <a:uFillTx/>
                  <a:latin typeface="Calibri" panose="020F0502020204030204"/>
                </a:rPr>
                <a:t>This refers to the feeling/action of customers before he gets in contact with your solution.</a:t>
              </a:r>
              <a:endParaRPr lang="en-US" sz="1400" b="0" u="none" strike="noStrike">
                <a:solidFill>
                  <a:srgbClr val="000000"/>
                </a:solidFill>
                <a:uFillTx/>
                <a:latin typeface="Arial" panose="020B0604020202020204"/>
              </a:endParaRPr>
            </a:p>
          </p:txBody>
        </p:sp>
        <p:cxnSp>
          <p:nvCxnSpPr>
            <p:cNvPr id="47" name="Straight Connector 45"/>
            <p:cNvCxnSpPr/>
            <p:nvPr/>
          </p:nvCxnSpPr>
          <p:spPr>
            <a:xfrm>
              <a:off x="11870280" y="5040000"/>
              <a:ext cx="333720" cy="5040"/>
            </a:xfrm>
            <a:prstGeom prst="straightConnector1">
              <a:avLst/>
            </a:prstGeom>
            <a:ln w="6350">
              <a:solidFill>
                <a:srgbClr val="ED7D31"/>
              </a:solidFill>
              <a:miter/>
            </a:ln>
          </p:spPr>
        </p:cxnSp>
        <p:cxnSp>
          <p:nvCxnSpPr>
            <p:cNvPr id="51" name="Straight Connector 46"/>
            <p:cNvCxnSpPr/>
            <p:nvPr/>
          </p:nvCxnSpPr>
          <p:spPr>
            <a:xfrm flipH="1" flipV="1">
              <a:off x="12176640" y="4134240"/>
              <a:ext cx="18360" cy="1859760"/>
            </a:xfrm>
            <a:prstGeom prst="straightConnector1">
              <a:avLst/>
            </a:prstGeom>
            <a:ln w="6350">
              <a:solidFill>
                <a:srgbClr val="ED7D31"/>
              </a:solidFill>
              <a:miter/>
            </a:ln>
          </p:spPr>
        </p:cxnSp>
        <p:cxnSp>
          <p:nvCxnSpPr>
            <p:cNvPr id="52" name="Straight Connector 47"/>
            <p:cNvCxnSpPr/>
            <p:nvPr/>
          </p:nvCxnSpPr>
          <p:spPr>
            <a:xfrm flipV="1">
              <a:off x="10360080" y="6237000"/>
              <a:ext cx="360" cy="662040"/>
            </a:xfrm>
            <a:prstGeom prst="straightConnector1">
              <a:avLst/>
            </a:prstGeom>
            <a:ln w="19050">
              <a:solidFill>
                <a:srgbClr val="FFC000"/>
              </a:solidFill>
              <a:miter/>
            </a:ln>
          </p:spPr>
        </p:cxnSp>
        <p:cxnSp>
          <p:nvCxnSpPr>
            <p:cNvPr id="54" name="Straight Connector 48"/>
            <p:cNvCxnSpPr/>
            <p:nvPr/>
          </p:nvCxnSpPr>
          <p:spPr>
            <a:xfrm flipH="1">
              <a:off x="10360080" y="6898680"/>
              <a:ext cx="1178640" cy="360"/>
            </a:xfrm>
            <a:prstGeom prst="straightConnector1">
              <a:avLst/>
            </a:prstGeom>
            <a:ln w="19050">
              <a:solidFill>
                <a:srgbClr val="FFC000"/>
              </a:solidFill>
              <a:miter/>
            </a:ln>
          </p:spPr>
        </p:cxnSp>
        <p:sp>
          <p:nvSpPr>
            <p:cNvPr id="55" name="TextBox 49"/>
            <p:cNvSpPr/>
            <p:nvPr/>
          </p:nvSpPr>
          <p:spPr>
            <a:xfrm>
              <a:off x="11538720" y="6244920"/>
              <a:ext cx="4544280" cy="156240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68760" tIns="34200" rIns="68760" bIns="34200" anchor="t">
              <a:spAutoFit/>
            </a:bodyPr>
            <a:p>
              <a:pPr defTabSz="685800">
                <a:lnSpc>
                  <a:spcPct val="100000"/>
                </a:lnSpc>
                <a:tabLst>
                  <a:tab pos="0" algn="l"/>
                </a:tabLst>
              </a:pPr>
              <a:r>
                <a:rPr lang="en-US" sz="1400" b="0" u="none" strike="noStrike">
                  <a:solidFill>
                    <a:srgbClr val="808080"/>
                  </a:solidFill>
                  <a:uFillTx/>
                  <a:latin typeface="Calibri" panose="020F0502020204030204"/>
                </a:rPr>
                <a:t>I would </a:t>
              </a:r>
              <a:r>
                <a:rPr lang="en-US" sz="1400" b="1" u="none" strike="noStrike">
                  <a:solidFill>
                    <a:srgbClr val="808080"/>
                  </a:solidFill>
                  <a:uFillTx/>
                  <a:latin typeface="Calibri" panose="020F0502020204030204"/>
                </a:rPr>
                <a:t>HATE</a:t>
              </a:r>
              <a:r>
                <a:rPr lang="en-US" sz="1400" b="0" u="none" strike="noStrike">
                  <a:solidFill>
                    <a:srgbClr val="808080"/>
                  </a:solidFill>
                  <a:uFillTx/>
                  <a:latin typeface="Calibri" panose="020F0502020204030204"/>
                </a:rPr>
                <a:t> it if: </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pt-BR" sz="1400" b="0" i="1" u="none" strike="noStrike">
                  <a:solidFill>
                    <a:srgbClr val="000000"/>
                  </a:solidFill>
                  <a:uFillTx/>
                  <a:latin typeface="Calibri" panose="020F0502020204030204"/>
                </a:rPr>
                <a:t>What are the pains of the clients when facing the problem?</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r>
                <a:rPr lang="pt-BR" sz="1400" b="0" i="1" u="none" strike="noStrike">
                  <a:solidFill>
                    <a:srgbClr val="000000"/>
                  </a:solidFill>
                  <a:uFillTx/>
                  <a:latin typeface="Calibri" panose="020F0502020204030204"/>
                </a:rPr>
                <a:t>This refers to the feeling/action of customers before he gets in contact with your solution.</a:t>
              </a:r>
              <a:endParaRPr lang="en-US" sz="1400" b="0" u="none" strike="noStrike">
                <a:solidFill>
                  <a:srgbClr val="000000"/>
                </a:solidFill>
                <a:uFillTx/>
                <a:latin typeface="Arial" panose="020B0604020202020204"/>
              </a:endParaRPr>
            </a:p>
          </p:txBody>
        </p:sp>
        <p:sp>
          <p:nvSpPr>
            <p:cNvPr id="56" name="TextBox 50"/>
            <p:cNvSpPr/>
            <p:nvPr/>
          </p:nvSpPr>
          <p:spPr>
            <a:xfrm>
              <a:off x="12306240" y="4138200"/>
              <a:ext cx="3776760" cy="177588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68760" tIns="34200" rIns="68760" bIns="34200" anchor="t">
              <a:spAutoFit/>
            </a:bodyPr>
            <a:p>
              <a:pPr defTabSz="685800">
                <a:lnSpc>
                  <a:spcPct val="100000"/>
                </a:lnSpc>
                <a:tabLst>
                  <a:tab pos="0" algn="l"/>
                </a:tabLst>
              </a:pPr>
              <a:r>
                <a:rPr lang="en-US" sz="1400" b="0" u="none" strike="noStrike">
                  <a:solidFill>
                    <a:srgbClr val="808080"/>
                  </a:solidFill>
                  <a:uFillTx/>
                  <a:latin typeface="Calibri" panose="020F0502020204030204"/>
                </a:rPr>
                <a:t>I would </a:t>
              </a:r>
              <a:r>
                <a:rPr lang="en-US" sz="1400" b="1" u="none" strike="noStrike">
                  <a:solidFill>
                    <a:srgbClr val="808080"/>
                  </a:solidFill>
                  <a:uFillTx/>
                  <a:latin typeface="Calibri" panose="020F0502020204030204"/>
                </a:rPr>
                <a:t>WANT</a:t>
              </a:r>
              <a:r>
                <a:rPr lang="en-US" sz="1400" b="0" u="none" strike="noStrike">
                  <a:solidFill>
                    <a:srgbClr val="808080"/>
                  </a:solidFill>
                  <a:uFillTx/>
                  <a:latin typeface="Calibri" panose="020F0502020204030204"/>
                </a:rPr>
                <a:t>: </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marL="128270" indent="-128270" defTabSz="685800">
                <a:lnSpc>
                  <a:spcPct val="100000"/>
                </a:lnSpc>
                <a:buClr>
                  <a:srgbClr val="000000"/>
                </a:buClr>
                <a:buFont typeface="Wingdings" panose="05000000000000000000" pitchFamily="2" charset="2"/>
                <a:buChar char=""/>
                <a:tabLst>
                  <a:tab pos="0" algn="l"/>
                </a:tabLst>
              </a:pPr>
              <a:r>
                <a:rPr lang="pt-BR" sz="1400" b="0" i="1" u="none" strike="noStrike">
                  <a:solidFill>
                    <a:srgbClr val="000000"/>
                  </a:solidFill>
                  <a:uFillTx/>
                  <a:latin typeface="Calibri" panose="020F0502020204030204"/>
                </a:rPr>
                <a:t>What do the clients do (actions) when facing the problem?</a:t>
              </a:r>
              <a:endParaRPr lang="en-US" sz="1400" b="0" u="none" strike="noStrike">
                <a:solidFill>
                  <a:srgbClr val="000000"/>
                </a:solidFill>
                <a:uFillTx/>
                <a:latin typeface="Arial" panose="020B0604020202020204"/>
              </a:endParaRPr>
            </a:p>
            <a:p>
              <a:pPr defTabSz="685800">
                <a:lnSpc>
                  <a:spcPct val="100000"/>
                </a:lnSpc>
                <a:tabLst>
                  <a:tab pos="0" algn="l"/>
                </a:tabLst>
              </a:pPr>
              <a:endParaRPr lang="en-US" sz="1400" b="0" u="none" strike="noStrike">
                <a:solidFill>
                  <a:srgbClr val="000000"/>
                </a:solidFill>
                <a:uFillTx/>
                <a:latin typeface="Arial" panose="020B0604020202020204"/>
              </a:endParaRPr>
            </a:p>
            <a:p>
              <a:pPr defTabSz="685800">
                <a:lnSpc>
                  <a:spcPct val="100000"/>
                </a:lnSpc>
                <a:tabLst>
                  <a:tab pos="0" algn="l"/>
                </a:tabLst>
              </a:pPr>
              <a:r>
                <a:rPr lang="pt-BR" sz="1400" b="0" i="1" u="none" strike="noStrike">
                  <a:solidFill>
                    <a:srgbClr val="000000"/>
                  </a:solidFill>
                  <a:uFillTx/>
                  <a:latin typeface="Calibri" panose="020F0502020204030204"/>
                </a:rPr>
                <a:t>This refers to the feeling/action of customers before he gets in contact with your solution.</a:t>
              </a:r>
              <a:endParaRPr lang="en-US" sz="1400" b="0" u="none" strike="noStrike">
                <a:solidFill>
                  <a:srgbClr val="000000"/>
                </a:solidFill>
                <a:uFillTx/>
                <a:latin typeface="Arial" panose="020B0604020202020204"/>
              </a:endParaRPr>
            </a:p>
          </p:txBody>
        </p:sp>
        <p:sp>
          <p:nvSpPr>
            <p:cNvPr id="57" name="TextBox 51"/>
            <p:cNvSpPr/>
            <p:nvPr/>
          </p:nvSpPr>
          <p:spPr>
            <a:xfrm>
              <a:off x="1257840" y="4067640"/>
              <a:ext cx="3996000" cy="2224440"/>
            </a:xfrm>
            <a:prstGeom prst="rect">
              <a:avLst/>
            </a:prstGeom>
            <a:noFill/>
            <a:ln w="0">
              <a:solidFill>
                <a:srgbClr val="767171"/>
              </a:solid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tabLst>
                  <a:tab pos="0" algn="l"/>
                </a:tabLst>
              </a:pPr>
              <a:r>
                <a:rPr lang="pt-BR" sz="1400" b="1" i="1" u="none" strike="noStrike">
                  <a:solidFill>
                    <a:srgbClr val="FF0000"/>
                  </a:solidFill>
                  <a:uFillTx/>
                  <a:latin typeface="Calibri" panose="020F0502020204030204"/>
                </a:rPr>
                <a:t>What is the product or service that you are offering?</a:t>
              </a:r>
              <a:endParaRPr lang="en-US" sz="1400" b="0" u="none" strike="noStrike">
                <a:solidFill>
                  <a:srgbClr val="000000"/>
                </a:solidFill>
                <a:uFillTx/>
                <a:latin typeface="Arial" panose="020B0604020202020204"/>
              </a:endParaRPr>
            </a:p>
            <a:p>
              <a:pPr defTabSz="914400">
                <a:lnSpc>
                  <a:spcPct val="100000"/>
                </a:lnSpc>
                <a:tabLst>
                  <a:tab pos="0" algn="l"/>
                </a:tabLst>
              </a:pPr>
              <a:r>
                <a:rPr lang="en-US" sz="1400" b="1" u="none" strike="noStrike">
                  <a:solidFill>
                    <a:srgbClr val="FF0000"/>
                  </a:solidFill>
                  <a:uFillTx/>
                  <a:latin typeface="Calibri" panose="020F0502020204030204"/>
                </a:rPr>
                <a:t>Better and easy way to visualize and represent a complex concept which is crucial to real world problems</a:t>
              </a:r>
              <a:endParaRPr lang="en-US" sz="1400" b="0" u="none" strike="noStrike">
                <a:solidFill>
                  <a:srgbClr val="000000"/>
                </a:solidFill>
                <a:uFillTx/>
                <a:latin typeface="Arial" panose="020B0604020202020204"/>
              </a:endParaRPr>
            </a:p>
            <a:p>
              <a:pPr algn="just" defTabSz="685800">
                <a:lnSpc>
                  <a:spcPct val="100000"/>
                </a:lnSpc>
                <a:tabLst>
                  <a:tab pos="0" algn="l"/>
                </a:tabLst>
              </a:pPr>
              <a:endParaRPr lang="en-US" sz="1400" b="0" u="none" strike="noStrike">
                <a:solidFill>
                  <a:srgbClr val="000000"/>
                </a:solidFill>
                <a:uFillTx/>
                <a:latin typeface="Arial" panose="020B0604020202020204"/>
              </a:endParaRPr>
            </a:p>
            <a:p>
              <a:pPr algn="just" defTabSz="685800">
                <a:lnSpc>
                  <a:spcPct val="100000"/>
                </a:lnSpc>
                <a:tabLst>
                  <a:tab pos="0" algn="l"/>
                </a:tabLst>
              </a:pPr>
              <a:endParaRPr lang="en-US" sz="1400" b="0" u="none" strike="noStrike">
                <a:solidFill>
                  <a:srgbClr val="000000"/>
                </a:solidFill>
                <a:uFillTx/>
                <a:latin typeface="Arial" panose="020B0604020202020204"/>
              </a:endParaRPr>
            </a:p>
            <a:p>
              <a:pPr algn="just" defTabSz="685800">
                <a:lnSpc>
                  <a:spcPct val="100000"/>
                </a:lnSpc>
                <a:tabLst>
                  <a:tab pos="0" algn="l"/>
                </a:tabLst>
              </a:pPr>
              <a:endParaRPr lang="en-US" sz="1400" b="0" u="none" strike="noStrike">
                <a:solidFill>
                  <a:srgbClr val="000000"/>
                </a:solidFill>
                <a:uFillTx/>
                <a:latin typeface="Arial" panose="020B0604020202020204"/>
              </a:endParaRPr>
            </a:p>
            <a:p>
              <a:pPr algn="just" defTabSz="685800">
                <a:lnSpc>
                  <a:spcPct val="100000"/>
                </a:lnSpc>
                <a:tabLst>
                  <a:tab pos="0" algn="l"/>
                </a:tabLst>
              </a:pPr>
              <a:endParaRPr lang="en-US" sz="1400" b="0" u="none" strike="noStrike">
                <a:solidFill>
                  <a:srgbClr val="000000"/>
                </a:solidFill>
                <a:uFillTx/>
                <a:latin typeface="Arial" panose="020B0604020202020204"/>
              </a:endParaRPr>
            </a:p>
            <a:p>
              <a:pPr algn="just" defTabSz="685800">
                <a:lnSpc>
                  <a:spcPct val="100000"/>
                </a:lnSpc>
                <a:tabLst>
                  <a:tab pos="0" algn="l"/>
                </a:tabLst>
              </a:pPr>
              <a:endParaRPr lang="en-US" sz="1400" b="0" u="none" strike="noStrike">
                <a:solidFill>
                  <a:srgbClr val="000000"/>
                </a:solidFill>
                <a:uFillTx/>
                <a:latin typeface="Arial" panose="020B0604020202020204"/>
              </a:endParaRPr>
            </a:p>
          </p:txBody>
        </p:sp>
        <p:cxnSp>
          <p:nvCxnSpPr>
            <p:cNvPr id="58" name="Straight Connector 52"/>
            <p:cNvCxnSpPr/>
            <p:nvPr/>
          </p:nvCxnSpPr>
          <p:spPr>
            <a:xfrm flipH="1">
              <a:off x="5444280" y="5134320"/>
              <a:ext cx="204120" cy="360"/>
            </a:xfrm>
            <a:prstGeom prst="straightConnector1">
              <a:avLst/>
            </a:prstGeom>
            <a:ln w="19050">
              <a:solidFill>
                <a:srgbClr val="70AD47"/>
              </a:solidFill>
              <a:miter/>
            </a:ln>
          </p:spPr>
        </p:cxnSp>
      </p:grpSp>
      <p:sp>
        <p:nvSpPr>
          <p:cNvPr id="59" name="Rectangle 7"/>
          <p:cNvSpPr/>
          <p:nvPr/>
        </p:nvSpPr>
        <p:spPr>
          <a:xfrm>
            <a:off x="8016480" y="4626360"/>
            <a:ext cx="1713960" cy="36396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ctr" defTabSz="914400">
              <a:lnSpc>
                <a:spcPct val="100000"/>
              </a:lnSpc>
            </a:pPr>
            <a:r>
              <a:rPr lang="en-US" sz="1800" b="0" u="none" strike="noStrike">
                <a:solidFill>
                  <a:schemeClr val="dk1"/>
                </a:solidFill>
                <a:uFillTx/>
                <a:latin typeface="Calibri" panose="020F0502020204030204"/>
              </a:rPr>
              <a:t>FIT</a:t>
            </a:r>
            <a:endParaRPr lang="en-US" sz="1800" b="0" u="none" strike="noStrike">
              <a:solidFill>
                <a:srgbClr val="000000"/>
              </a:solidFill>
              <a:uFillTx/>
              <a:latin typeface="Arial" panose="020B0604020202020204"/>
            </a:endParaRPr>
          </a:p>
        </p:txBody>
      </p:sp>
      <p:sp>
        <p:nvSpPr>
          <p:cNvPr id="60" name="Rectangle 1"/>
          <p:cNvSpPr/>
          <p:nvPr/>
        </p:nvSpPr>
        <p:spPr>
          <a:xfrm>
            <a:off x="6284520" y="1477440"/>
            <a:ext cx="252360" cy="363960"/>
          </a:xfrm>
          <a:prstGeom prst="rect">
            <a:avLst/>
          </a:prstGeom>
          <a:noFill/>
          <a:ln w="0">
            <a:noFill/>
          </a:ln>
        </p:spPr>
        <p:style>
          <a:lnRef idx="0">
            <a:srgbClr val="FFFFFF"/>
          </a:lnRef>
          <a:fillRef idx="0">
            <a:srgbClr val="FFFFFF"/>
          </a:fillRef>
          <a:effectRef idx="0">
            <a:srgbClr val="FFFFFF"/>
          </a:effectRef>
          <a:fontRef idx="minor"/>
        </p:style>
        <p:txBody>
          <a:bodyPr wrap="none" lIns="90000" tIns="45000" rIns="90000" bIns="45000" anchor="t">
            <a:spAutoFit/>
          </a:bodyPr>
          <a:p>
            <a:pPr defTabSz="914400">
              <a:lnSpc>
                <a:spcPct val="100000"/>
              </a:lnSpc>
            </a:pPr>
            <a:r>
              <a:rPr lang="en-US" sz="1800" b="0" u="none" strike="noStrike">
                <a:solidFill>
                  <a:srgbClr val="292929"/>
                </a:solidFill>
                <a:uFillTx/>
                <a:latin typeface="charter"/>
              </a:rPr>
              <a:t>.</a:t>
            </a:r>
            <a:endParaRPr lang="en-US" sz="1800" b="0" u="none" strike="noStrike">
              <a:solidFill>
                <a:srgbClr val="000000"/>
              </a:solidFill>
              <a:uFillTx/>
              <a:latin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0243"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0244"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0245" name="TextBox 5"/>
          <p:cNvSpPr txBox="1"/>
          <p:nvPr/>
        </p:nvSpPr>
        <p:spPr>
          <a:xfrm>
            <a:off x="3124200" y="0"/>
            <a:ext cx="11352213" cy="1254125"/>
          </a:xfrm>
          <a:prstGeom prst="rect">
            <a:avLst/>
          </a:prstGeom>
          <a:noFill/>
          <a:ln w="9525">
            <a:noFill/>
          </a:ln>
        </p:spPr>
        <p:txBody>
          <a:bodyPr lIns="137160" tIns="68580" rIns="137160" bIns="68580">
            <a:spAutoFit/>
          </a:bodyPr>
          <a:p>
            <a:pPr algn="ctr">
              <a:lnSpc>
                <a:spcPts val="8750"/>
              </a:lnSpc>
              <a:buNone/>
            </a:pPr>
            <a:r>
              <a:rPr sz="5400" b="1" dirty="0">
                <a:latin typeface="Calibri" panose="020F0502020204030204" pitchFamily="34" charset="0"/>
                <a:ea typeface="Arial" panose="020B0604020202020204" pitchFamily="34" charset="0"/>
              </a:rPr>
              <a:t>Solution</a:t>
            </a:r>
            <a:endParaRPr sz="5400" b="1" dirty="0">
              <a:latin typeface="Calibri" panose="020F0502020204030204" pitchFamily="34" charset="0"/>
              <a:ea typeface="Arial" panose="020B0604020202020204" pitchFamily="34" charset="0"/>
            </a:endParaRPr>
          </a:p>
        </p:txBody>
      </p:sp>
      <p:sp>
        <p:nvSpPr>
          <p:cNvPr id="235" name="Content Placeholder 2"/>
          <p:cNvSpPr/>
          <p:nvPr/>
        </p:nvSpPr>
        <p:spPr>
          <a:xfrm>
            <a:off x="955440" y="2044080"/>
            <a:ext cx="7045200" cy="4470840"/>
          </a:xfrm>
          <a:prstGeom prst="rect">
            <a:avLst/>
          </a:prstGeom>
          <a:noFill/>
          <a:ln w="0">
            <a:solidFill>
              <a:srgbClr val="000000"/>
            </a:solidFill>
          </a:ln>
        </p:spPr>
        <p:style>
          <a:lnRef idx="0">
            <a:srgbClr val="FFFFFF"/>
          </a:lnRef>
          <a:fillRef idx="0">
            <a:srgbClr val="FFFFFF"/>
          </a:fillRef>
          <a:effectRef idx="0">
            <a:srgbClr val="FFFFFF"/>
          </a:effectRef>
          <a:fontRef idx="minor"/>
        </p:style>
        <p:txBody>
          <a:bodyPr lIns="137160" tIns="68760" rIns="137160" bIns="68760" anchor="t">
            <a:normAutofit/>
          </a:bodyPr>
          <a:p>
            <a:pPr defTabSz="914400">
              <a:lnSpc>
                <a:spcPct val="90000"/>
              </a:lnSpc>
              <a:spcBef>
                <a:spcPts val="1000"/>
              </a:spcBef>
              <a:tabLst>
                <a:tab pos="0" algn="l"/>
              </a:tabLst>
            </a:pPr>
            <a:r>
              <a:rPr lang="en-GB" sz="2400" b="1" u="none" strike="noStrike">
                <a:solidFill>
                  <a:schemeClr val="dk1"/>
                </a:solidFill>
                <a:uFillTx/>
                <a:latin typeface="Calibri" panose="020F0502020204030204"/>
              </a:rPr>
              <a:t>Describe your Solution:</a:t>
            </a:r>
            <a:endParaRPr lang="en-US" sz="2400" b="0" u="none" strike="noStrike">
              <a:solidFill>
                <a:srgbClr val="000000"/>
              </a:solidFill>
              <a:uFillTx/>
              <a:latin typeface="Arial" panose="020B0604020202020204"/>
            </a:endParaRPr>
          </a:p>
          <a:p>
            <a:pPr defTabSz="914400">
              <a:lnSpc>
                <a:spcPct val="90000"/>
              </a:lnSpc>
              <a:spcBef>
                <a:spcPts val="1000"/>
              </a:spcBef>
              <a:tabLst>
                <a:tab pos="0" algn="l"/>
              </a:tabLst>
            </a:pPr>
            <a:r>
              <a:rPr lang="en-GB" sz="2400" b="0" u="none" strike="noStrike">
                <a:solidFill>
                  <a:schemeClr val="dk1"/>
                </a:solidFill>
                <a:uFillTx/>
                <a:latin typeface="Calibri" panose="020F0502020204030204"/>
              </a:rPr>
              <a:t>We offer </a:t>
            </a:r>
            <a:r>
              <a:rPr lang="en-US" sz="2400" b="0" u="none" strike="noStrike">
                <a:solidFill>
                  <a:schemeClr val="dk1"/>
                </a:solidFill>
                <a:uFillTx/>
                <a:latin typeface="Calibri" panose="020F0502020204030204"/>
              </a:rPr>
              <a:t>Physics equation simulator</a:t>
            </a:r>
            <a:endParaRPr lang="en-US" sz="2400" b="0" u="none" strike="noStrike">
              <a:solidFill>
                <a:srgbClr val="000000"/>
              </a:solidFill>
              <a:uFillTx/>
              <a:latin typeface="Arial" panose="020B0604020202020204"/>
            </a:endParaRPr>
          </a:p>
          <a:p>
            <a:pPr defTabSz="914400">
              <a:lnSpc>
                <a:spcPct val="90000"/>
              </a:lnSpc>
              <a:spcBef>
                <a:spcPts val="1000"/>
              </a:spcBef>
              <a:tabLst>
                <a:tab pos="0" algn="l"/>
              </a:tabLst>
            </a:pPr>
            <a:r>
              <a:rPr lang="en-GB" sz="2400" b="0" u="none" strike="noStrike">
                <a:solidFill>
                  <a:schemeClr val="dk1"/>
                </a:solidFill>
                <a:uFillTx/>
                <a:latin typeface="Calibri" panose="020F0502020204030204"/>
              </a:rPr>
              <a:t>The details of our offering consist of:</a:t>
            </a:r>
            <a:endParaRPr lang="en-US" sz="2400" b="0" u="none" strike="noStrike">
              <a:solidFill>
                <a:srgbClr val="000000"/>
              </a:solidFill>
              <a:uFillTx/>
              <a:latin typeface="Arial" panose="020B0604020202020204"/>
            </a:endParaRPr>
          </a:p>
          <a:p>
            <a:pPr marL="514350" indent="-514350" defTabSz="914400">
              <a:lnSpc>
                <a:spcPct val="90000"/>
              </a:lnSpc>
              <a:spcBef>
                <a:spcPts val="1000"/>
              </a:spcBef>
              <a:buClr>
                <a:srgbClr val="000000"/>
              </a:buClr>
              <a:buFont typeface="Arial" panose="020B0604020202020204"/>
              <a:buAutoNum type="arabicPeriod"/>
              <a:tabLst>
                <a:tab pos="0" algn="l"/>
              </a:tabLst>
            </a:pPr>
            <a:r>
              <a:rPr lang="en-US" sz="2400" b="0" u="none" strike="noStrike">
                <a:solidFill>
                  <a:schemeClr val="dk1"/>
                </a:solidFill>
                <a:uFillTx/>
                <a:latin typeface="Calibri" panose="020F0502020204030204"/>
              </a:rPr>
              <a:t>Visualize of complex concepts</a:t>
            </a:r>
            <a:endParaRPr lang="en-US" sz="2400" b="0" u="none" strike="noStrike">
              <a:solidFill>
                <a:srgbClr val="000000"/>
              </a:solidFill>
              <a:uFillTx/>
              <a:latin typeface="Arial" panose="020B0604020202020204"/>
            </a:endParaRPr>
          </a:p>
          <a:p>
            <a:pPr marL="514350" indent="-514350" defTabSz="914400">
              <a:lnSpc>
                <a:spcPct val="90000"/>
              </a:lnSpc>
              <a:spcBef>
                <a:spcPts val="1000"/>
              </a:spcBef>
              <a:buClr>
                <a:srgbClr val="000000"/>
              </a:buClr>
              <a:buFont typeface="Arial" panose="020B0604020202020204"/>
              <a:buAutoNum type="arabicPeriod"/>
              <a:tabLst>
                <a:tab pos="0" algn="l"/>
              </a:tabLst>
            </a:pPr>
            <a:r>
              <a:rPr lang="en-US" sz="2400" b="0" u="none" strike="noStrike">
                <a:solidFill>
                  <a:schemeClr val="dk1"/>
                </a:solidFill>
                <a:uFillTx/>
                <a:latin typeface="Calibri" panose="020F0502020204030204"/>
              </a:rPr>
              <a:t>Simulations of the complex concepts</a:t>
            </a:r>
            <a:r>
              <a:rPr lang="en-GB" sz="2400" b="0" u="none" strike="noStrike">
                <a:solidFill>
                  <a:schemeClr val="dk1"/>
                </a:solidFill>
                <a:uFillTx/>
                <a:latin typeface="Calibri" panose="020F0502020204030204"/>
              </a:rPr>
              <a:t>…</a:t>
            </a:r>
            <a:endParaRPr lang="en-US" sz="2400" b="0" u="none" strike="noStrike">
              <a:solidFill>
                <a:srgbClr val="000000"/>
              </a:solidFill>
              <a:uFillTx/>
              <a:latin typeface="Arial" panose="020B0604020202020204"/>
            </a:endParaRPr>
          </a:p>
          <a:p>
            <a:pPr marL="514350" indent="-514350" defTabSz="914400">
              <a:lnSpc>
                <a:spcPct val="90000"/>
              </a:lnSpc>
              <a:spcBef>
                <a:spcPts val="1000"/>
              </a:spcBef>
              <a:buClr>
                <a:srgbClr val="000000"/>
              </a:buClr>
              <a:buFont typeface="Arial" panose="020B0604020202020204"/>
              <a:buAutoNum type="arabicPeriod"/>
              <a:tabLst>
                <a:tab pos="0" algn="l"/>
              </a:tabLst>
            </a:pPr>
            <a:r>
              <a:rPr lang="en-US" sz="2400" b="0" u="none" strike="noStrike">
                <a:solidFill>
                  <a:schemeClr val="dk1"/>
                </a:solidFill>
                <a:uFillTx/>
                <a:latin typeface="Calibri" panose="020F0502020204030204"/>
              </a:rPr>
              <a:t> </a:t>
            </a:r>
            <a:r>
              <a:rPr lang="en-US" sz="2400" b="0" u="none" strike="noStrike">
                <a:solidFill>
                  <a:schemeClr val="dk1"/>
                </a:solidFill>
                <a:uFillTx/>
                <a:latin typeface="Calibri" panose="020F0502020204030204"/>
              </a:rPr>
              <a:t>Way to help students apply the syllabus in real world problems</a:t>
            </a:r>
            <a:endParaRPr lang="en-US" sz="2400" b="0" u="none" strike="noStrike">
              <a:solidFill>
                <a:srgbClr val="000000"/>
              </a:solidFill>
              <a:uFillTx/>
              <a:latin typeface="Arial" panose="020B0604020202020204"/>
            </a:endParaRPr>
          </a:p>
          <a:p>
            <a:pPr defTabSz="914400">
              <a:lnSpc>
                <a:spcPct val="90000"/>
              </a:lnSpc>
              <a:spcBef>
                <a:spcPts val="1000"/>
              </a:spcBef>
              <a:tabLst>
                <a:tab pos="0" algn="l"/>
              </a:tabLst>
            </a:pPr>
            <a:endParaRPr lang="en-US" sz="2400" b="0" u="none" strike="noStrike">
              <a:solidFill>
                <a:srgbClr val="000000"/>
              </a:solidFill>
              <a:uFillTx/>
              <a:latin typeface="Arial" panose="020B0604020202020204"/>
            </a:endParaRPr>
          </a:p>
          <a:p>
            <a:pPr defTabSz="914400">
              <a:lnSpc>
                <a:spcPct val="90000"/>
              </a:lnSpc>
              <a:spcBef>
                <a:spcPts val="1000"/>
              </a:spcBef>
              <a:tabLst>
                <a:tab pos="0" algn="l"/>
              </a:tabLst>
            </a:pPr>
            <a:endParaRPr lang="en-US" sz="2700" b="0" u="none" strike="noStrike">
              <a:solidFill>
                <a:srgbClr val="000000"/>
              </a:solidFill>
              <a:uFillTx/>
              <a:latin typeface="Arial" panose="020B0604020202020204"/>
            </a:endParaRPr>
          </a:p>
          <a:p>
            <a:pPr defTabSz="914400">
              <a:lnSpc>
                <a:spcPct val="90000"/>
              </a:lnSpc>
              <a:spcBef>
                <a:spcPts val="1000"/>
              </a:spcBef>
              <a:tabLst>
                <a:tab pos="0" algn="l"/>
              </a:tabLst>
            </a:pPr>
            <a:endParaRPr lang="en-US" sz="2100" b="0" u="none" strike="noStrike">
              <a:solidFill>
                <a:srgbClr val="000000"/>
              </a:solidFill>
              <a:uFillTx/>
              <a:latin typeface="Arial" panose="020B0604020202020204"/>
            </a:endParaRPr>
          </a:p>
        </p:txBody>
      </p:sp>
      <p:sp>
        <p:nvSpPr>
          <p:cNvPr id="238" name="Rectangle 55"/>
          <p:cNvSpPr/>
          <p:nvPr/>
        </p:nvSpPr>
        <p:spPr>
          <a:xfrm>
            <a:off x="8839080" y="2044080"/>
            <a:ext cx="5866920" cy="5274000"/>
          </a:xfrm>
          <a:prstGeom prst="rect">
            <a:avLst/>
          </a:prstGeom>
          <a:noFill/>
          <a:ln w="0">
            <a:solidFill>
              <a:srgbClr val="000000"/>
            </a:solidFill>
          </a:ln>
        </p:spPr>
        <p:style>
          <a:lnRef idx="0">
            <a:srgbClr val="FFFFFF"/>
          </a:lnRef>
          <a:fillRef idx="0">
            <a:srgbClr val="FFFFFF"/>
          </a:fillRef>
          <a:effectRef idx="0">
            <a:srgbClr val="FFFFFF"/>
          </a:effectRef>
          <a:fontRef idx="minor"/>
        </p:style>
        <p:txBody>
          <a:bodyPr lIns="90000" tIns="45000" rIns="90000" bIns="45000" anchor="t">
            <a:spAutoFit/>
          </a:bodyPr>
          <a:p>
            <a:pPr defTabSz="914400">
              <a:lnSpc>
                <a:spcPct val="100000"/>
              </a:lnSpc>
            </a:pPr>
            <a:r>
              <a:rPr lang="en-GB" sz="2800" b="1" u="none" strike="noStrike">
                <a:solidFill>
                  <a:schemeClr val="dk1"/>
                </a:solidFill>
                <a:uFillTx/>
                <a:latin typeface="Calibri" panose="020F0502020204030204"/>
              </a:rPr>
              <a:t>List the Benefits of Your solutions</a:t>
            </a:r>
            <a:endParaRPr lang="en-US" sz="2800" b="0" u="none" strike="noStrike">
              <a:solidFill>
                <a:srgbClr val="000000"/>
              </a:solidFill>
              <a:uFillTx/>
              <a:latin typeface="Arial" panose="020B0604020202020204"/>
            </a:endParaRPr>
          </a:p>
          <a:p>
            <a:pPr defTabSz="914400">
              <a:lnSpc>
                <a:spcPct val="100000"/>
              </a:lnSpc>
            </a:pPr>
            <a:r>
              <a:rPr lang="en-GB" sz="2800" b="1" u="none" strike="noStrike">
                <a:solidFill>
                  <a:schemeClr val="dk1"/>
                </a:solidFill>
                <a:uFillTx/>
                <a:latin typeface="Calibri" panose="020F0502020204030204"/>
              </a:rPr>
              <a:t>1.</a:t>
            </a:r>
            <a:r>
              <a:rPr lang="en-US" sz="2800" b="1" u="none" strike="noStrike">
                <a:solidFill>
                  <a:schemeClr val="dk1"/>
                </a:solidFill>
                <a:uFillTx/>
                <a:latin typeface="Calibri" panose="020F0502020204030204"/>
              </a:rPr>
              <a:t>Better innovating environment</a:t>
            </a:r>
            <a:endParaRPr lang="en-US" sz="2800" b="0" u="none" strike="noStrike">
              <a:solidFill>
                <a:srgbClr val="000000"/>
              </a:solidFill>
              <a:uFillTx/>
              <a:latin typeface="Arial" panose="020B0604020202020204"/>
            </a:endParaRPr>
          </a:p>
          <a:p>
            <a:pPr defTabSz="914400">
              <a:lnSpc>
                <a:spcPct val="100000"/>
              </a:lnSpc>
            </a:pPr>
            <a:endParaRPr lang="en-US" sz="2800" b="0" u="none" strike="noStrike">
              <a:solidFill>
                <a:srgbClr val="000000"/>
              </a:solidFill>
              <a:uFillTx/>
              <a:latin typeface="Arial" panose="020B0604020202020204"/>
            </a:endParaRPr>
          </a:p>
          <a:p>
            <a:pPr defTabSz="914400">
              <a:lnSpc>
                <a:spcPct val="100000"/>
              </a:lnSpc>
            </a:pPr>
            <a:r>
              <a:rPr lang="en-GB" sz="2800" b="1" u="none" strike="noStrike">
                <a:solidFill>
                  <a:schemeClr val="dk1"/>
                </a:solidFill>
                <a:uFillTx/>
                <a:latin typeface="Calibri" panose="020F0502020204030204"/>
              </a:rPr>
              <a:t>2.</a:t>
            </a:r>
            <a:r>
              <a:rPr lang="en-US" sz="2800" b="1" u="none" strike="noStrike">
                <a:solidFill>
                  <a:schemeClr val="dk1"/>
                </a:solidFill>
                <a:uFillTx/>
                <a:latin typeface="Calibri" panose="020F0502020204030204"/>
              </a:rPr>
              <a:t>Resource efficient</a:t>
            </a:r>
            <a:endParaRPr lang="en-US" sz="2800" b="0" u="none" strike="noStrike">
              <a:solidFill>
                <a:srgbClr val="000000"/>
              </a:solidFill>
              <a:uFillTx/>
              <a:latin typeface="Arial" panose="020B0604020202020204"/>
            </a:endParaRPr>
          </a:p>
          <a:p>
            <a:pPr defTabSz="914400">
              <a:lnSpc>
                <a:spcPct val="100000"/>
              </a:lnSpc>
            </a:pPr>
            <a:endParaRPr lang="en-US" sz="2800" b="0" u="none" strike="noStrike">
              <a:solidFill>
                <a:srgbClr val="000000"/>
              </a:solidFill>
              <a:uFillTx/>
              <a:latin typeface="Arial" panose="020B0604020202020204"/>
            </a:endParaRPr>
          </a:p>
          <a:p>
            <a:pPr defTabSz="914400">
              <a:lnSpc>
                <a:spcPct val="100000"/>
              </a:lnSpc>
            </a:pPr>
            <a:r>
              <a:rPr lang="en-GB" sz="2800" b="1" u="none" strike="noStrike">
                <a:solidFill>
                  <a:schemeClr val="dk1"/>
                </a:solidFill>
                <a:uFillTx/>
                <a:latin typeface="Calibri" panose="020F0502020204030204"/>
              </a:rPr>
              <a:t>3.</a:t>
            </a:r>
            <a:r>
              <a:rPr lang="en-US" sz="2800" b="1" u="none" strike="noStrike">
                <a:solidFill>
                  <a:schemeClr val="dk1"/>
                </a:solidFill>
                <a:uFillTx/>
                <a:latin typeface="Calibri" panose="020F0502020204030204"/>
              </a:rPr>
              <a:t>Personalization </a:t>
            </a:r>
            <a:endParaRPr lang="en-US" sz="2800" b="0" u="none" strike="noStrike">
              <a:solidFill>
                <a:srgbClr val="000000"/>
              </a:solidFill>
              <a:uFillTx/>
              <a:latin typeface="Arial" panose="020B0604020202020204"/>
            </a:endParaRPr>
          </a:p>
          <a:p>
            <a:pPr defTabSz="914400">
              <a:lnSpc>
                <a:spcPct val="100000"/>
              </a:lnSpc>
            </a:pPr>
            <a:endParaRPr lang="en-US" sz="2800" b="0" u="none" strike="noStrike">
              <a:solidFill>
                <a:srgbClr val="000000"/>
              </a:solidFill>
              <a:uFillTx/>
              <a:latin typeface="Arial" panose="020B0604020202020204"/>
            </a:endParaRPr>
          </a:p>
          <a:p>
            <a:pPr defTabSz="914400">
              <a:lnSpc>
                <a:spcPct val="100000"/>
              </a:lnSpc>
            </a:pPr>
            <a:endParaRPr lang="en-US" sz="2800" b="0" u="none" strike="noStrike">
              <a:solidFill>
                <a:srgbClr val="000000"/>
              </a:solidFill>
              <a:uFillTx/>
              <a:latin typeface="Arial" panose="020B0604020202020204"/>
            </a:endParaRPr>
          </a:p>
          <a:p>
            <a:pPr defTabSz="914400">
              <a:lnSpc>
                <a:spcPct val="100000"/>
              </a:lnSpc>
            </a:pPr>
            <a:endParaRPr lang="en-US" sz="2000" b="0" u="none" strike="noStrike">
              <a:solidFill>
                <a:srgbClr val="000000"/>
              </a:solidFill>
              <a:uFillTx/>
              <a:latin typeface="Arial" panose="020B0604020202020204"/>
            </a:endParaRPr>
          </a:p>
          <a:p>
            <a:pPr defTabSz="914400">
              <a:lnSpc>
                <a:spcPct val="100000"/>
              </a:lnSpc>
            </a:pPr>
            <a:endParaRPr lang="en-US" sz="2000" b="0" u="none" strike="noStrike">
              <a:solidFill>
                <a:srgbClr val="000000"/>
              </a:solidFill>
              <a:uFillTx/>
              <a:latin typeface="Arial" panose="020B0604020202020204"/>
            </a:endParaRPr>
          </a:p>
          <a:p>
            <a:pPr defTabSz="914400">
              <a:lnSpc>
                <a:spcPct val="100000"/>
              </a:lnSpc>
            </a:pPr>
            <a:endParaRPr lang="en-US" sz="2000" b="0" u="none" strike="noStrike">
              <a:solidFill>
                <a:srgbClr val="000000"/>
              </a:solidFill>
              <a:uFillTx/>
              <a:latin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1267"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1268"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1269" name="TextBox 15"/>
          <p:cNvSpPr txBox="1"/>
          <p:nvPr/>
        </p:nvSpPr>
        <p:spPr>
          <a:xfrm>
            <a:off x="2895600" y="0"/>
            <a:ext cx="12338050" cy="1116013"/>
          </a:xfrm>
          <a:prstGeom prst="rect">
            <a:avLst/>
          </a:prstGeom>
          <a:noFill/>
          <a:ln w="9525">
            <a:noFill/>
          </a:ln>
        </p:spPr>
        <p:txBody>
          <a:bodyPr lIns="0" tIns="0" rIns="0" bIns="0">
            <a:spAutoFit/>
          </a:bodyPr>
          <a:p>
            <a:pPr algn="ctr">
              <a:lnSpc>
                <a:spcPts val="8750"/>
              </a:lnSpc>
              <a:buNone/>
            </a:pPr>
            <a:r>
              <a:rPr sz="5400" b="1" dirty="0">
                <a:latin typeface="Calibri" panose="020F0502020204030204" pitchFamily="34" charset="0"/>
                <a:ea typeface="Arial" panose="020B0604020202020204" pitchFamily="34" charset="0"/>
              </a:rPr>
              <a:t>Competition Analysis</a:t>
            </a:r>
            <a:endParaRPr sz="5400" b="1" dirty="0">
              <a:latin typeface="Calibri" panose="020F0502020204030204" pitchFamily="34" charset="0"/>
              <a:ea typeface="Arial" panose="020B0604020202020204" pitchFamily="34" charset="0"/>
            </a:endParaRPr>
          </a:p>
        </p:txBody>
      </p:sp>
      <p:pic>
        <p:nvPicPr>
          <p:cNvPr id="11336" name="Graphic 27" descr="Target with solid fill"/>
          <p:cNvPicPr>
            <a:picLocks noChangeAspect="1"/>
          </p:cNvPicPr>
          <p:nvPr/>
        </p:nvPicPr>
        <p:blipFill>
          <a:blip r:embed="rId4"/>
          <a:stretch>
            <a:fillRect/>
          </a:stretch>
        </p:blipFill>
        <p:spPr>
          <a:xfrm>
            <a:off x="8382000" y="7429500"/>
            <a:ext cx="655638" cy="685800"/>
          </a:xfrm>
          <a:prstGeom prst="rect">
            <a:avLst/>
          </a:prstGeom>
          <a:noFill/>
          <a:ln w="9525">
            <a:noFill/>
          </a:ln>
        </p:spPr>
      </p:pic>
      <p:graphicFrame>
        <p:nvGraphicFramePr>
          <p:cNvPr id="242" name="Table 1"/>
          <p:cNvGraphicFramePr/>
          <p:nvPr/>
        </p:nvGraphicFramePr>
        <p:xfrm>
          <a:off x="1143000" y="1866960"/>
          <a:ext cx="14111280" cy="5755320"/>
        </p:xfrm>
        <a:graphic>
          <a:graphicData uri="http://schemas.openxmlformats.org/drawingml/2006/table">
            <a:tbl>
              <a:tblPr/>
              <a:tblGrid>
                <a:gridCol w="2351880"/>
                <a:gridCol w="2351880"/>
                <a:gridCol w="2351880"/>
                <a:gridCol w="2351880"/>
                <a:gridCol w="2351880"/>
                <a:gridCol w="2351880"/>
              </a:tblGrid>
              <a:tr h="609480">
                <a:tc>
                  <a:txBody>
                    <a:bodyPr>
                      <a:spAutoFit/>
                    </a:bodyPr>
                    <a:p>
                      <a:pPr algn="ctr" defTabSz="914400">
                        <a:lnSpc>
                          <a:spcPct val="100000"/>
                        </a:lnSpc>
                      </a:pPr>
                      <a:r>
                        <a:rPr lang="en-US" sz="2400" b="1" u="none" strike="noStrike">
                          <a:solidFill>
                            <a:schemeClr val="dk1"/>
                          </a:solidFill>
                          <a:uFillTx/>
                          <a:latin typeface="Calibri" panose="020F0502020204030204"/>
                        </a:rPr>
                        <a:t>Benefits </a:t>
                      </a:r>
                      <a:endParaRPr lang="en-US" sz="24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a:spAutoFit/>
                    </a:bodyPr>
                    <a:p>
                      <a:pPr algn="ctr" defTabSz="914400"/>
                      <a:r>
                        <a:rPr lang="en-US" sz="1800" b="1" u="none" strike="noStrike">
                          <a:solidFill>
                            <a:schemeClr val="dk1"/>
                          </a:solidFill>
                          <a:uFillTx/>
                          <a:latin typeface="Calibri" panose="020F0502020204030204"/>
                        </a:rPr>
                        <a:t>PhET Interactive Simulations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a:spAutoFit/>
                    </a:bodyPr>
                    <a:p>
                      <a:pPr algn="ctr" defTabSz="914400"/>
                      <a:r>
                        <a:rPr lang="en-US" sz="1800" b="1" u="none" strike="noStrike">
                          <a:solidFill>
                            <a:schemeClr val="dk1"/>
                          </a:solidFill>
                          <a:uFillTx/>
                          <a:latin typeface="Calibri" panose="020F0502020204030204"/>
                        </a:rPr>
                        <a:t>Algodoo</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a:spAutoFit/>
                    </a:bodyPr>
                    <a:p>
                      <a:pPr algn="ctr" defTabSz="914400"/>
                      <a:r>
                        <a:rPr lang="en-US" sz="1800" b="1" u="none" strike="noStrike">
                          <a:solidFill>
                            <a:schemeClr val="dk1"/>
                          </a:solidFill>
                          <a:uFillTx/>
                          <a:latin typeface="Calibri" panose="020F0502020204030204"/>
                        </a:rPr>
                        <a:t>SimScale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a:spAutoFit/>
                    </a:bodyPr>
                    <a:p>
                      <a:pPr algn="ctr" defTabSz="914400"/>
                      <a:r>
                        <a:rPr lang="en-US" sz="1800" b="1" u="none" strike="noStrike">
                          <a:solidFill>
                            <a:schemeClr val="dk1"/>
                          </a:solidFill>
                          <a:uFillTx/>
                          <a:latin typeface="Calibri" panose="020F0502020204030204"/>
                        </a:rPr>
                        <a:t>Khan Academy</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c>
                  <a:txBody>
                    <a:bodyPr>
                      <a:spAutoFit/>
                    </a:bodyPr>
                    <a:p>
                      <a:pPr algn="ctr" defTabSz="914400">
                        <a:lnSpc>
                          <a:spcPct val="100000"/>
                        </a:lnSpc>
                      </a:pPr>
                      <a:r>
                        <a:rPr lang="en-US" sz="2400" b="1" u="none" strike="noStrike">
                          <a:solidFill>
                            <a:schemeClr val="dk1"/>
                          </a:solidFill>
                          <a:uFillTx/>
                          <a:latin typeface="Calibri" panose="020F0502020204030204"/>
                        </a:rPr>
                        <a:t>Your Venture </a:t>
                      </a:r>
                      <a:endParaRPr lang="en-US" sz="24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6"/>
                    </a:solidFill>
                  </a:tcPr>
                </a:tc>
              </a:tr>
              <a:tr h="801000">
                <a:tc>
                  <a:txBody>
                    <a:bodyPr>
                      <a:spAutoFit/>
                    </a:bodyPr>
                    <a:p>
                      <a:pPr defTabSz="914400">
                        <a:lnSpc>
                          <a:spcPct val="100000"/>
                        </a:lnSpc>
                      </a:pPr>
                      <a:r>
                        <a:rPr lang="en-US" sz="1800" b="0" u="none" strike="noStrike">
                          <a:solidFill>
                            <a:schemeClr val="dk1"/>
                          </a:solidFill>
                          <a:uFillTx/>
                          <a:latin typeface="Calibri" panose="020F0502020204030204"/>
                        </a:rPr>
                        <a:t>Product</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Interactive science simulations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Physics &amp; mechanics simulator</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Engineering physics simulations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Educational video tutorials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Real-time physics equation simulator with custom engine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r h="609480">
                <a:tc>
                  <a:txBody>
                    <a:bodyPr>
                      <a:spAutoFit/>
                    </a:bodyPr>
                    <a:p>
                      <a:pPr defTabSz="914400">
                        <a:lnSpc>
                          <a:spcPct val="100000"/>
                        </a:lnSpc>
                      </a:pPr>
                      <a:r>
                        <a:rPr lang="en-US" sz="1800" b="0" u="none" strike="noStrike">
                          <a:solidFill>
                            <a:schemeClr val="dk1"/>
                          </a:solidFill>
                          <a:uFillTx/>
                          <a:latin typeface="Calibri" panose="020F0502020204030204"/>
                        </a:rPr>
                        <a:t>Price </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Free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Paid (one-time purchase)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Free with paid options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Free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Subscription model</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r>
              <a:tr h="609480">
                <a:tc>
                  <a:txBody>
                    <a:bodyPr>
                      <a:spAutoFit/>
                    </a:bodyPr>
                    <a:p>
                      <a:pPr defTabSz="914400">
                        <a:lnSpc>
                          <a:spcPct val="100000"/>
                        </a:lnSpc>
                      </a:pPr>
                      <a:r>
                        <a:rPr lang="en-US" sz="1800" b="0" u="none" strike="noStrike">
                          <a:solidFill>
                            <a:schemeClr val="dk1"/>
                          </a:solidFill>
                          <a:uFillTx/>
                          <a:latin typeface="Calibri" panose="020F0502020204030204"/>
                        </a:rPr>
                        <a:t>Branding channels </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Educational institutions, website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Education platforms, social media</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Engineering communities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Educational institutions, website</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Education forums, social media</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r h="1022400">
                <a:tc>
                  <a:txBody>
                    <a:bodyPr>
                      <a:spAutoFit/>
                    </a:bodyPr>
                    <a:p>
                      <a:pPr defTabSz="914400">
                        <a:lnSpc>
                          <a:spcPct val="100000"/>
                        </a:lnSpc>
                      </a:pPr>
                      <a:r>
                        <a:rPr lang="en-US" sz="1800" b="0" u="none" strike="noStrike">
                          <a:solidFill>
                            <a:schemeClr val="dk1"/>
                          </a:solidFill>
                          <a:uFillTx/>
                          <a:latin typeface="Calibri" panose="020F0502020204030204"/>
                        </a:rPr>
                        <a:t>Packaging</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Web-based, easy access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Software application</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Cloud-based</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Web and app access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Cross-platform app (PC, mobile, web) with Vulkan support</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r>
              <a:tr h="884520">
                <a:tc>
                  <a:txBody>
                    <a:bodyPr>
                      <a:spAutoFit/>
                    </a:bodyPr>
                    <a:p>
                      <a:pPr defTabSz="914400">
                        <a:lnSpc>
                          <a:spcPct val="100000"/>
                        </a:lnSpc>
                      </a:pPr>
                      <a:r>
                        <a:rPr lang="en-US" sz="1800" b="0" u="none" strike="noStrike">
                          <a:solidFill>
                            <a:schemeClr val="dk1"/>
                          </a:solidFill>
                          <a:uFillTx/>
                          <a:latin typeface="Calibri" panose="020F0502020204030204"/>
                        </a:rPr>
                        <a:t>Market reviews </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Positive in educational sector</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Popular for mechanics learning</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Favored for advanced users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Widely used, trusted</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Innovative for students seeking hands-on physics learning</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r h="609480">
                <a:tc>
                  <a:txBody>
                    <a:bodyPr>
                      <a:spAutoFit/>
                    </a:bodyPr>
                    <a:p>
                      <a:pPr defTabSz="914400">
                        <a:lnSpc>
                          <a:spcPct val="100000"/>
                        </a:lnSpc>
                      </a:pPr>
                      <a:r>
                        <a:rPr lang="en-US" sz="1800" b="0" u="none" strike="noStrike">
                          <a:solidFill>
                            <a:schemeClr val="dk1"/>
                          </a:solidFill>
                          <a:uFillTx/>
                          <a:latin typeface="Calibri" panose="020F0502020204030204"/>
                        </a:rPr>
                        <a:t>UVP</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Wide range of science subjects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Visual mechanics exploration</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Engineering precision</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Free, high-quality content</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c>
                  <a:txBody>
                    <a:bodyPr>
                      <a:spAutoFit/>
                    </a:bodyPr>
                    <a:p>
                      <a:r>
                        <a:rPr lang="en-US" sz="1800" b="0" u="none" strike="noStrike">
                          <a:solidFill>
                            <a:schemeClr val="dk1"/>
                          </a:solidFill>
                          <a:uFillTx/>
                          <a:latin typeface="Calibri" panose="020F0502020204030204"/>
                        </a:rPr>
                        <a:t>Real-time, high-performance physics engine with Vulkan</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20000"/>
                      </a:schemeClr>
                    </a:solidFill>
                  </a:tcPr>
                </a:tc>
              </a:tr>
              <a:tr h="609480">
                <a:tc>
                  <a:txBody>
                    <a:bodyPr>
                      <a:spAutoFit/>
                    </a:bodyPr>
                    <a:p>
                      <a:pPr defTabSz="914400">
                        <a:lnSpc>
                          <a:spcPct val="100000"/>
                        </a:lnSpc>
                      </a:pPr>
                      <a:r>
                        <a:rPr lang="en-US" sz="1800" b="0" u="none" strike="noStrike">
                          <a:solidFill>
                            <a:schemeClr val="dk1"/>
                          </a:solidFill>
                          <a:uFillTx/>
                          <a:latin typeface="Calibri" panose="020F0502020204030204"/>
                        </a:rPr>
                        <a:t>Add more as required </a:t>
                      </a:r>
                      <a:endParaRPr lang="en-US" sz="1800" b="0" u="none" strike="noStrike">
                        <a:solidFill>
                          <a:srgbClr val="000000"/>
                        </a:solidFill>
                        <a:uFillTx/>
                        <a:latin typeface="Times New Roman" panose="020206030504050203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Customization options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Hands-on learning for mechanics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Advanced engineering tools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Interactive learning paths</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c>
                  <a:txBody>
                    <a:bodyPr>
                      <a:spAutoFit/>
                    </a:bodyPr>
                    <a:p>
                      <a:r>
                        <a:rPr lang="en-US" sz="1800" b="0" u="none" strike="noStrike">
                          <a:solidFill>
                            <a:schemeClr val="dk1"/>
                          </a:solidFill>
                          <a:uFillTx/>
                          <a:latin typeface="Calibri" panose="020F0502020204030204"/>
                        </a:rPr>
                        <a:t>Game engine-like experience, cross-platform compatibility</a:t>
                      </a:r>
                      <a:endParaRPr lang="en-US" sz="1800" b="0" u="none" strike="noStrike">
                        <a:solidFill>
                          <a:srgbClr val="000000"/>
                        </a:solidFill>
                        <a:uFillTx/>
                        <a:latin typeface="Arial" panose="020B0604020202020204"/>
                      </a:endParaRPr>
                    </a:p>
                  </a:txBody>
                  <a:tcPr anchor="t">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6">
                        <a:tint val="40000"/>
                      </a:scheme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2291"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2292"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244" name="TextBox 8"/>
          <p:cNvSpPr/>
          <p:nvPr/>
        </p:nvSpPr>
        <p:spPr>
          <a:xfrm>
            <a:off x="3864190" y="137795"/>
            <a:ext cx="12338280" cy="1111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defTabSz="914400">
              <a:lnSpc>
                <a:spcPts val="8750"/>
              </a:lnSpc>
            </a:pPr>
            <a:r>
              <a:rPr lang="en-US" sz="6000" b="1" u="none" strike="noStrike">
                <a:solidFill>
                  <a:schemeClr val="dk1"/>
                </a:solidFill>
                <a:uFillTx/>
                <a:latin typeface="Calibri" panose="020F0502020204030204"/>
              </a:rPr>
              <a:t>Lean Canvas</a:t>
            </a:r>
            <a:endParaRPr lang="en-US" sz="6000" b="0" u="none" strike="noStrike">
              <a:solidFill>
                <a:srgbClr val="000000"/>
              </a:solidFill>
              <a:uFillTx/>
              <a:latin typeface="Arial" panose="020B0604020202020204"/>
            </a:endParaRPr>
          </a:p>
        </p:txBody>
      </p:sp>
      <p:sp>
        <p:nvSpPr>
          <p:cNvPr id="245" name="TextBox 11"/>
          <p:cNvSpPr/>
          <p:nvPr/>
        </p:nvSpPr>
        <p:spPr>
          <a:xfrm>
            <a:off x="14552295" y="1828800"/>
            <a:ext cx="3735705" cy="5723255"/>
          </a:xfrm>
          <a:prstGeom prst="rect">
            <a:avLst/>
          </a:prstGeom>
          <a:noFill/>
          <a:ln w="0">
            <a:solidFill>
              <a:srgbClr val="EEECE1">
                <a:lumMod val="50000"/>
              </a:srgbClr>
            </a:solidFill>
          </a:ln>
        </p:spPr>
        <p:style>
          <a:lnRef idx="0">
            <a:srgbClr val="FFFFFF"/>
          </a:lnRef>
          <a:fillRef idx="0">
            <a:srgbClr val="FFFFFF"/>
          </a:fillRef>
          <a:effectRef idx="0">
            <a:srgbClr val="FFFFFF"/>
          </a:effectRef>
          <a:fontRef idx="minor"/>
        </p:style>
        <p:txBody>
          <a:bodyPr lIns="90000" tIns="45000" rIns="90000" bIns="45000" anchor="t">
            <a:noAutofit/>
          </a:bodyPr>
          <a:p>
            <a:pPr defTabSz="914400">
              <a:lnSpc>
                <a:spcPct val="100000"/>
              </a:lnSpc>
            </a:pPr>
            <a:r>
              <a:rPr lang="en-IN" sz="1800" b="1" u="none" strike="noStrike">
                <a:solidFill>
                  <a:schemeClr val="dk1"/>
                </a:solidFill>
                <a:uFillTx/>
                <a:latin typeface="Calibri" panose="020F0502020204030204"/>
              </a:rPr>
              <a:t>Business Model</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grpSp>
        <p:nvGrpSpPr>
          <p:cNvPr id="246" name="Group 3"/>
          <p:cNvGrpSpPr/>
          <p:nvPr/>
        </p:nvGrpSpPr>
        <p:grpSpPr>
          <a:xfrm>
            <a:off x="228600" y="1111320"/>
            <a:ext cx="14441400" cy="8899920"/>
            <a:chOff x="228600" y="1111320"/>
            <a:chExt cx="14441400" cy="8899920"/>
          </a:xfrm>
        </p:grpSpPr>
        <p:sp>
          <p:nvSpPr>
            <p:cNvPr id="247" name="Rectangle 19"/>
            <p:cNvSpPr/>
            <p:nvPr/>
          </p:nvSpPr>
          <p:spPr>
            <a:xfrm>
              <a:off x="228600" y="1371600"/>
              <a:ext cx="2903400" cy="64324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137160" tIns="68760" rIns="137160" bIns="68760" anchor="ctr">
              <a:noAutofit/>
            </a:bodyPr>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r>
                <a:rPr lang="en-GB" sz="1800" b="1" u="none" strike="noStrike">
                  <a:solidFill>
                    <a:schemeClr val="dk1"/>
                  </a:solidFill>
                  <a:uFillTx/>
                  <a:latin typeface="Calibri" panose="020F0502020204030204"/>
                </a:rPr>
                <a:t>EXISTING ALTERNATIVES</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48" name="Rectangle 20"/>
            <p:cNvSpPr/>
            <p:nvPr/>
          </p:nvSpPr>
          <p:spPr>
            <a:xfrm>
              <a:off x="3505300" y="4220915"/>
              <a:ext cx="2496600" cy="320796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KEY METRICS</a:t>
              </a:r>
              <a:endParaRPr lang="en-US" sz="1800" b="0" u="none" strike="noStrike">
                <a:solidFill>
                  <a:srgbClr val="000000"/>
                </a:solidFill>
                <a:uFillTx/>
                <a:latin typeface="Arial" panose="020B0604020202020204"/>
              </a:endParaRPr>
            </a:p>
            <a:p>
              <a:pPr marL="257175" indent="-257175" defTabSz="914400">
                <a:lnSpc>
                  <a:spcPct val="100000"/>
                </a:lnSpc>
                <a:buClr>
                  <a:srgbClr val="000000"/>
                </a:buClr>
                <a:buFont typeface="Arial" panose="020B0604020202020204"/>
                <a:buChar char="•"/>
              </a:pPr>
              <a:r>
                <a:rPr lang="en-US" sz="1800" b="0" u="none" strike="noStrike">
                  <a:solidFill>
                    <a:schemeClr val="dk1"/>
                  </a:solidFill>
                  <a:uFillTx/>
                  <a:latin typeface="Calibri" panose="020F0502020204030204"/>
                </a:rPr>
                <a:t> </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49" name="Rectangle 21"/>
            <p:cNvSpPr/>
            <p:nvPr/>
          </p:nvSpPr>
          <p:spPr>
            <a:xfrm>
              <a:off x="3301560" y="1922400"/>
              <a:ext cx="2817720" cy="16894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SOLUTION</a:t>
              </a:r>
              <a:endParaRPr lang="en-US" sz="1800" b="0" u="none" strike="noStrike">
                <a:solidFill>
                  <a:srgbClr val="000000"/>
                </a:solidFill>
                <a:uFillTx/>
                <a:latin typeface="Arial" panose="020B0604020202020204"/>
              </a:endParaRPr>
            </a:p>
            <a:p>
              <a:pPr defTabSz="914400">
                <a:lnSpc>
                  <a:spcPct val="100000"/>
                </a:lnSpc>
              </a:pPr>
              <a:r>
                <a:rPr lang="en-US" sz="1800" b="0" u="none" strike="noStrike">
                  <a:solidFill>
                    <a:schemeClr val="dk1"/>
                  </a:solidFill>
                  <a:uFillTx/>
                  <a:latin typeface="Calibri" panose="020F0502020204030204"/>
                </a:rPr>
                <a:t>A cross-platform physics equation simulator that uses the Vulkan engine to provide high-quality, real-time simulations of complex physics equations.</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50" name="Rectangle 34"/>
            <p:cNvSpPr/>
            <p:nvPr/>
          </p:nvSpPr>
          <p:spPr>
            <a:xfrm>
              <a:off x="6119280" y="1371600"/>
              <a:ext cx="2850120" cy="64324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UNIQUE VALUE</a:t>
              </a:r>
              <a:r>
                <a:rPr lang="en-IN" altLang="en-US" sz="1800" b="1" u="none" strike="noStrike">
                  <a:solidFill>
                    <a:schemeClr val="dk1"/>
                  </a:solidFill>
                  <a:uFillTx/>
                  <a:latin typeface="Calibri" panose="020F0502020204030204"/>
                </a:rPr>
                <a:t> </a:t>
              </a:r>
              <a:r>
                <a:rPr lang="en-US" sz="1800" b="1" u="none" strike="noStrike">
                  <a:solidFill>
                    <a:schemeClr val="dk1"/>
                  </a:solidFill>
                  <a:uFillTx/>
                  <a:latin typeface="Calibri" panose="020F0502020204030204"/>
                </a:rPr>
                <a:t>PROPOSITION</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51" name="Rectangle 35"/>
            <p:cNvSpPr/>
            <p:nvPr/>
          </p:nvSpPr>
          <p:spPr>
            <a:xfrm>
              <a:off x="8974080" y="1371600"/>
              <a:ext cx="2572200" cy="255060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UNFAIR ADVANTAGE</a:t>
              </a:r>
              <a:endParaRPr lang="en-US" sz="1800" b="0" u="none" strike="noStrike">
                <a:solidFill>
                  <a:srgbClr val="000000"/>
                </a:solidFill>
                <a:uFillTx/>
                <a:latin typeface="Arial" panose="020B0604020202020204"/>
              </a:endParaRPr>
            </a:p>
            <a:p>
              <a:pPr defTabSz="914400">
                <a:lnSpc>
                  <a:spcPct val="100000"/>
                </a:lnSpc>
                <a:spcBef>
                  <a:spcPts val="1190"/>
                </a:spcBef>
                <a:spcAft>
                  <a:spcPts val="990"/>
                </a:spcAft>
              </a:pPr>
              <a:r>
                <a:rPr lang="en-ZA" sz="1800" b="0" u="none" strike="noStrike">
                  <a:solidFill>
                    <a:schemeClr val="dk1"/>
                  </a:solidFill>
                  <a:uFillTx/>
                  <a:latin typeface="Calibri" panose="020F0502020204030204"/>
                </a:rPr>
                <a:t>Hard-to-replicate knowledge in cross-platform simulation programming, allowing access on multiple devices.</a:t>
              </a:r>
              <a:endParaRPr lang="en-US" sz="1800" b="0" u="none" strike="noStrike">
                <a:solidFill>
                  <a:srgbClr val="000000"/>
                </a:solidFill>
                <a:uFillTx/>
                <a:latin typeface="Arial" panose="020B0604020202020204"/>
              </a:endParaRPr>
            </a:p>
            <a:p>
              <a:pPr defTabSz="914400">
                <a:lnSpc>
                  <a:spcPct val="100000"/>
                </a:lnSpc>
                <a:spcBef>
                  <a:spcPts val="1190"/>
                </a:spcBef>
                <a:spcAft>
                  <a:spcPts val="990"/>
                </a:spcAft>
              </a:pPr>
              <a:endParaRPr lang="en-US" sz="1800" b="0" u="none" strike="noStrike">
                <a:solidFill>
                  <a:srgbClr val="000000"/>
                </a:solidFill>
                <a:uFillTx/>
                <a:latin typeface="Arial" panose="020B0604020202020204"/>
              </a:endParaRPr>
            </a:p>
          </p:txBody>
        </p:sp>
        <p:sp>
          <p:nvSpPr>
            <p:cNvPr id="252" name="Rectangle 37"/>
            <p:cNvSpPr/>
            <p:nvPr/>
          </p:nvSpPr>
          <p:spPr>
            <a:xfrm>
              <a:off x="8969400" y="4044960"/>
              <a:ext cx="2572200" cy="375912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endParaRPr lang="en-US" sz="1800" b="0" u="none" strike="noStrike">
                <a:solidFill>
                  <a:srgbClr val="000000"/>
                </a:solidFill>
                <a:uFillTx/>
                <a:latin typeface="Arial" panose="020B0604020202020204"/>
              </a:endParaRPr>
            </a:p>
            <a:p>
              <a:pPr marL="257175" indent="-257175" defTabSz="914400">
                <a:lnSpc>
                  <a:spcPct val="100000"/>
                </a:lnSpc>
                <a:buClr>
                  <a:srgbClr val="000000"/>
                </a:buClr>
                <a:buFont typeface="Arial" panose="020B0604020202020204"/>
                <a:buChar char="•"/>
              </a:pPr>
              <a:r>
                <a:rPr lang="en-US" sz="1800" b="0" u="none" strike="noStrike">
                  <a:solidFill>
                    <a:schemeClr val="dk1"/>
                  </a:solidFill>
                  <a:uFillTx/>
                  <a:latin typeface="Calibri" panose="020F0502020204030204"/>
                </a:rPr>
                <a:t> </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53" name="Rectangle 38"/>
            <p:cNvSpPr/>
            <p:nvPr/>
          </p:nvSpPr>
          <p:spPr>
            <a:xfrm>
              <a:off x="7564320" y="7972560"/>
              <a:ext cx="7105680" cy="20386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endParaRPr lang="en-US" sz="1800" b="0" u="none" strike="noStrike">
                <a:solidFill>
                  <a:srgbClr val="000000"/>
                </a:solidFill>
                <a:uFillTx/>
                <a:latin typeface="Arial" panose="020B0604020202020204"/>
              </a:endParaRPr>
            </a:p>
            <a:p>
              <a:pPr marL="257175" indent="-257175" defTabSz="914400">
                <a:lnSpc>
                  <a:spcPct val="100000"/>
                </a:lnSpc>
                <a:buClr>
                  <a:srgbClr val="000000"/>
                </a:buClr>
                <a:buFont typeface="Arial" panose="020B0604020202020204"/>
                <a:buChar char="•"/>
              </a:pPr>
              <a:r>
                <a:rPr lang="en-US" sz="1800" b="0" u="none" strike="noStrike">
                  <a:solidFill>
                    <a:schemeClr val="dk1"/>
                  </a:solidFill>
                  <a:uFillTx/>
                  <a:latin typeface="Calibri" panose="020F0502020204030204"/>
                </a:rPr>
                <a:t> </a:t>
              </a:r>
              <a:endParaRPr lang="en-US" sz="1800" b="0" u="none" strike="noStrike">
                <a:solidFill>
                  <a:srgbClr val="000000"/>
                </a:solidFill>
                <a:uFillTx/>
                <a:latin typeface="Arial" panose="020B0604020202020204"/>
              </a:endParaRPr>
            </a:p>
          </p:txBody>
        </p:sp>
        <p:sp>
          <p:nvSpPr>
            <p:cNvPr id="254" name="Rectangle 39"/>
            <p:cNvSpPr/>
            <p:nvPr/>
          </p:nvSpPr>
          <p:spPr>
            <a:xfrm>
              <a:off x="11541600" y="1111320"/>
              <a:ext cx="2941200" cy="641376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CUSTOMER SEGMENTS</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spcBef>
                  <a:spcPts val="1190"/>
                </a:spcBef>
                <a:spcAft>
                  <a:spcPts val="990"/>
                </a:spcAft>
              </a:pPr>
              <a:r>
                <a:rPr lang="en-US" sz="1800" b="0" u="none" strike="noStrike">
                  <a:solidFill>
                    <a:schemeClr val="dk1"/>
                  </a:solidFill>
                  <a:uFillTx/>
                  <a:latin typeface="Calibri" panose="020F0502020204030204"/>
                </a:rPr>
                <a:t>Students aged 14-22, particularly those in high school and early college focused on physics.</a:t>
              </a:r>
              <a:endParaRPr lang="en-US" sz="1800" b="0" u="none" strike="noStrike">
                <a:solidFill>
                  <a:srgbClr val="000000"/>
                </a:solidFill>
                <a:uFillTx/>
                <a:latin typeface="Arial" panose="020B0604020202020204"/>
              </a:endParaRPr>
            </a:p>
            <a:p>
              <a:pPr defTabSz="914400">
                <a:lnSpc>
                  <a:spcPct val="100000"/>
                </a:lnSpc>
                <a:spcBef>
                  <a:spcPts val="1190"/>
                </a:spcBef>
                <a:spcAft>
                  <a:spcPts val="990"/>
                </a:spcAft>
              </a:pPr>
              <a:r>
                <a:rPr lang="en-US" sz="1800" b="0" u="none" strike="noStrike">
                  <a:solidFill>
                    <a:schemeClr val="dk1"/>
                  </a:solidFill>
                  <a:uFillTx/>
                  <a:latin typeface="Calibri" panose="020F0502020204030204"/>
                </a:rPr>
                <a:t>Educational institutions and educators seeking interactive, engaging tools to enhance learning.</a:t>
              </a:r>
              <a:endParaRPr lang="en-US" sz="1800" b="0" u="none" strike="noStrike">
                <a:solidFill>
                  <a:srgbClr val="000000"/>
                </a:solidFill>
                <a:uFillTx/>
                <a:latin typeface="Arial" panose="020B0604020202020204"/>
              </a:endParaRPr>
            </a:p>
            <a:p>
              <a:pPr defTabSz="914400">
                <a:lnSpc>
                  <a:spcPct val="100000"/>
                </a:lnSpc>
                <a:spcBef>
                  <a:spcPts val="1190"/>
                </a:spcBef>
                <a:spcAft>
                  <a:spcPts val="990"/>
                </a:spcAft>
              </a:pPr>
              <a:r>
                <a:rPr lang="en-US" sz="1800" b="1" u="none" strike="noStrike">
                  <a:solidFill>
                    <a:schemeClr val="dk1"/>
                  </a:solidFill>
                  <a:uFillTx/>
                  <a:latin typeface="Calibri" panose="020F0502020204030204"/>
                </a:rPr>
                <a:t>EARLY ADOPTERS </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55" name="Rectangle 40"/>
            <p:cNvSpPr/>
            <p:nvPr/>
          </p:nvSpPr>
          <p:spPr>
            <a:xfrm>
              <a:off x="228600" y="8915400"/>
              <a:ext cx="6400800" cy="1095840"/>
            </a:xfrm>
            <a:prstGeom prst="rect">
              <a:avLst/>
            </a:prstGeom>
            <a:noFill/>
            <a:ln>
              <a:no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en-US" sz="1800" b="1" u="none" strike="noStrike">
                  <a:solidFill>
                    <a:schemeClr val="dk1"/>
                  </a:solidFill>
                  <a:uFillTx/>
                  <a:latin typeface="Calibri" panose="020F0502020204030204"/>
                </a:rPr>
                <a:t>COST STRUCTURE</a:t>
              </a:r>
              <a:endParaRPr lang="en-US" sz="1800" b="0" u="none" strike="noStrike">
                <a:solidFill>
                  <a:srgbClr val="000000"/>
                </a:solidFill>
                <a:uFillTx/>
                <a:latin typeface="Arial" panose="020B0604020202020204"/>
              </a:endParaRPr>
            </a:p>
            <a:p>
              <a:pPr marL="257175" indent="-257175" defTabSz="914400">
                <a:lnSpc>
                  <a:spcPct val="100000"/>
                </a:lnSpc>
                <a:spcBef>
                  <a:spcPts val="1190"/>
                </a:spcBef>
                <a:spcAft>
                  <a:spcPts val="990"/>
                </a:spcAft>
                <a:buClr>
                  <a:srgbClr val="000000"/>
                </a:buClr>
                <a:buFont typeface="Arial" panose="020B0604020202020204"/>
                <a:buChar char="•"/>
              </a:pPr>
              <a:r>
                <a:rPr lang="en-ZA" sz="1800" b="0" u="none" strike="noStrike">
                  <a:solidFill>
                    <a:schemeClr val="dk1"/>
                  </a:solidFill>
                  <a:uFillTx/>
                  <a:latin typeface="Calibri" panose="020F0502020204030204"/>
                </a:rPr>
                <a:t>Development costs (software licenses, team salaries, platform fees).</a:t>
              </a:r>
              <a:endParaRPr lang="en-US" sz="1800" b="0" u="none" strike="noStrike">
                <a:solidFill>
                  <a:srgbClr val="000000"/>
                </a:solidFill>
                <a:uFillTx/>
                <a:latin typeface="Arial" panose="020B0604020202020204"/>
              </a:endParaRPr>
            </a:p>
            <a:p>
              <a:pPr marL="257175" indent="-257175" defTabSz="914400">
                <a:lnSpc>
                  <a:spcPct val="100000"/>
                </a:lnSpc>
                <a:spcBef>
                  <a:spcPts val="1190"/>
                </a:spcBef>
                <a:spcAft>
                  <a:spcPts val="990"/>
                </a:spcAft>
                <a:buClr>
                  <a:srgbClr val="000000"/>
                </a:buClr>
                <a:buFont typeface="Arial" panose="020B0604020202020204"/>
                <a:buChar char="•"/>
              </a:pPr>
              <a:r>
                <a:rPr lang="en-ZA" sz="1800" b="0" u="none" strike="noStrike">
                  <a:solidFill>
                    <a:schemeClr val="dk1"/>
                  </a:solidFill>
                  <a:uFillTx/>
                  <a:latin typeface="Calibri" panose="020F0502020204030204"/>
                </a:rPr>
                <a:t>Marketing and promotional expenses.</a:t>
              </a:r>
              <a:endParaRPr lang="en-US" sz="1800" b="0" u="none" strike="noStrike">
                <a:solidFill>
                  <a:srgbClr val="000000"/>
                </a:solidFill>
                <a:uFillTx/>
                <a:latin typeface="Arial" panose="020B0604020202020204"/>
              </a:endParaRPr>
            </a:p>
            <a:p>
              <a:pPr marL="257175" indent="-257175" defTabSz="914400">
                <a:lnSpc>
                  <a:spcPct val="100000"/>
                </a:lnSpc>
                <a:spcBef>
                  <a:spcPts val="1190"/>
                </a:spcBef>
                <a:spcAft>
                  <a:spcPts val="990"/>
                </a:spcAft>
                <a:buClr>
                  <a:srgbClr val="000000"/>
                </a:buClr>
                <a:buFont typeface="Arial" panose="020B0604020202020204"/>
                <a:buChar char="•"/>
              </a:pPr>
              <a:r>
                <a:rPr lang="en-ZA" sz="1800" b="0" u="none" strike="noStrike">
                  <a:solidFill>
                    <a:schemeClr val="dk1"/>
                  </a:solidFill>
                  <a:uFillTx/>
                  <a:latin typeface="Calibri" panose="020F0502020204030204"/>
                </a:rPr>
                <a:t>Ongoing maintenance and customer support.</a:t>
              </a:r>
              <a:endParaRPr lang="en-US" sz="1800" b="0" u="none" strike="noStrike">
                <a:solidFill>
                  <a:srgbClr val="000000"/>
                </a:solidFill>
                <a:uFillTx/>
                <a:latin typeface="Arial" panose="020B0604020202020204"/>
              </a:endParaRPr>
            </a:p>
            <a:p>
              <a:pPr marL="257175" indent="-257175" defTabSz="914400">
                <a:lnSpc>
                  <a:spcPct val="100000"/>
                </a:lnSpc>
                <a:spcBef>
                  <a:spcPts val="1190"/>
                </a:spcBef>
                <a:spcAft>
                  <a:spcPts val="990"/>
                </a:spcAft>
                <a:buClr>
                  <a:srgbClr val="000000"/>
                </a:buClr>
                <a:buFont typeface="Arial" panose="020B0604020202020204"/>
                <a:buChar char="•"/>
              </a:pPr>
              <a:r>
                <a:rPr lang="en-ZA" sz="1800" b="0" u="none" strike="noStrike">
                  <a:solidFill>
                    <a:schemeClr val="dk1"/>
                  </a:solidFill>
                  <a:uFillTx/>
                  <a:latin typeface="Calibri" panose="020F0502020204030204"/>
                </a:rPr>
                <a:t> </a:t>
              </a: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a:p>
              <a:pPr defTabSz="914400">
                <a:lnSpc>
                  <a:spcPct val="100000"/>
                </a:lnSpc>
              </a:pPr>
              <a:endParaRPr lang="en-US" sz="1800" b="0" u="none" strike="noStrike">
                <a:solidFill>
                  <a:srgbClr val="000000"/>
                </a:solidFill>
                <a:uFillTx/>
                <a:latin typeface="Arial" panose="020B0604020202020204"/>
              </a:endParaRPr>
            </a:p>
          </p:txBody>
        </p:sp>
        <p:sp>
          <p:nvSpPr>
            <p:cNvPr id="256" name="Text Box 255"/>
            <p:cNvSpPr txBox="1"/>
            <p:nvPr/>
          </p:nvSpPr>
          <p:spPr>
            <a:xfrm>
              <a:off x="266065" y="5753130"/>
              <a:ext cx="2793240" cy="1419840"/>
            </a:xfrm>
            <a:prstGeom prst="rect">
              <a:avLst/>
            </a:prstGeom>
            <a:noFill/>
            <a:ln w="0">
              <a:noFill/>
            </a:ln>
          </p:spPr>
          <p:txBody>
            <a:bodyPr lIns="90000" tIns="45000" rIns="90000" bIns="45000" anchor="t">
              <a:noAutofit/>
            </a:bodyPr>
            <a:p>
              <a:r>
                <a:rPr lang="en-US" sz="1600" b="0" u="none" strike="noStrike">
                  <a:solidFill>
                    <a:srgbClr val="000000"/>
                  </a:solidFill>
                  <a:uFillTx/>
                  <a:latin typeface="Arial" panose="020B0604020202020204"/>
                </a:rPr>
                <a:t>Traditional textbooks and online courses that teach theoretical physics concepts.</a:t>
              </a:r>
              <a:endParaRPr lang="en-US" sz="1600" b="0" u="none" strike="noStrike">
                <a:solidFill>
                  <a:srgbClr val="000000"/>
                </a:solidFill>
                <a:uFillTx/>
                <a:latin typeface="Arial" panose="020B0604020202020204"/>
              </a:endParaRPr>
            </a:p>
            <a:p>
              <a:r>
                <a:rPr lang="en-US" sz="1600" b="0" u="none" strike="noStrike">
                  <a:solidFill>
                    <a:srgbClr val="000000"/>
                  </a:solidFill>
                  <a:uFillTx/>
                  <a:latin typeface="Arial" panose="020B0604020202020204"/>
                </a:rPr>
                <a:t>Educational apps and simulation tools, which may not offer customization or real-time applications for complex physics equations.</a:t>
              </a:r>
              <a:endParaRPr lang="en-US" sz="1600" b="0" u="none" strike="noStrike">
                <a:solidFill>
                  <a:srgbClr val="000000"/>
                </a:solidFill>
                <a:uFillTx/>
                <a:latin typeface="Arial" panose="020B0604020202020204"/>
              </a:endParaRPr>
            </a:p>
            <a:p>
              <a:endParaRPr lang="en-US" sz="1600" b="0" u="none" strike="noStrike">
                <a:solidFill>
                  <a:srgbClr val="000000"/>
                </a:solidFill>
                <a:uFillTx/>
                <a:latin typeface="Arial" panose="020B0604020202020204"/>
              </a:endParaRPr>
            </a:p>
          </p:txBody>
        </p:sp>
        <p:sp>
          <p:nvSpPr>
            <p:cNvPr id="257" name="Text Box 256"/>
            <p:cNvSpPr txBox="1"/>
            <p:nvPr/>
          </p:nvSpPr>
          <p:spPr>
            <a:xfrm>
              <a:off x="7772400" y="8496300"/>
              <a:ext cx="6629400" cy="1338120"/>
            </a:xfrm>
            <a:prstGeom prst="rect">
              <a:avLst/>
            </a:prstGeom>
            <a:noFill/>
            <a:ln w="0">
              <a:noFill/>
            </a:ln>
          </p:spPr>
          <p:txBody>
            <a:bodyPr lIns="90000" tIns="45000" rIns="90000" bIns="45000" anchor="t">
              <a:noAutofit/>
            </a:bodyPr>
            <a:p>
              <a:r>
                <a:rPr lang="en-US" sz="1800" b="0" u="none" strike="noStrike">
                  <a:solidFill>
                    <a:srgbClr val="000000"/>
                  </a:solidFill>
                  <a:uFillTx/>
                  <a:latin typeface="Arial" panose="020B0604020202020204"/>
                </a:rPr>
                <a:t>Subscription model (e.g., annual subscription fee for individual users).</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One-time purchase option for full access.</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Institutional licensing for schools or universities, allowing multiple students to benefit.</a:t>
              </a:r>
              <a:endParaRPr lang="en-US" sz="1800" b="0" u="none" strike="noStrike">
                <a:solidFill>
                  <a:srgbClr val="000000"/>
                </a:solidFill>
                <a:uFillTx/>
                <a:latin typeface="Arial" panose="020B0604020202020204"/>
              </a:endParaRPr>
            </a:p>
            <a:p>
              <a:endParaRPr lang="en-US" sz="1800" b="0" u="none" strike="noStrike">
                <a:solidFill>
                  <a:srgbClr val="000000"/>
                </a:solidFill>
                <a:uFillTx/>
                <a:latin typeface="Arial" panose="020B0604020202020204"/>
              </a:endParaRPr>
            </a:p>
          </p:txBody>
        </p:sp>
      </p:grpSp>
      <p:sp>
        <p:nvSpPr>
          <p:cNvPr id="258" name="Text Box 257"/>
          <p:cNvSpPr txBox="1"/>
          <p:nvPr/>
        </p:nvSpPr>
        <p:spPr>
          <a:xfrm>
            <a:off x="362160" y="2286000"/>
            <a:ext cx="2939400" cy="2047320"/>
          </a:xfrm>
          <a:prstGeom prst="rect">
            <a:avLst/>
          </a:prstGeom>
          <a:noFill/>
          <a:ln w="0">
            <a:noFill/>
          </a:ln>
        </p:spPr>
        <p:txBody>
          <a:bodyPr lIns="90000" tIns="45000" rIns="90000" bIns="45000" anchor="t">
            <a:noAutofit/>
          </a:bodyPr>
          <a:p>
            <a:r>
              <a:rPr lang="en-US" sz="1600" b="0" u="none" strike="noStrike">
                <a:solidFill>
                  <a:srgbClr val="000000"/>
                </a:solidFill>
                <a:uFillTx/>
                <a:latin typeface="Arial" panose="020B0604020202020204"/>
              </a:rPr>
              <a:t>Students struggle to understand and apply complex physics equations in real-world contexts.</a:t>
            </a:r>
            <a:endParaRPr lang="en-US" sz="1600" b="0" u="none" strike="noStrike">
              <a:solidFill>
                <a:srgbClr val="000000"/>
              </a:solidFill>
              <a:uFillTx/>
              <a:latin typeface="Arial" panose="020B0604020202020204"/>
            </a:endParaRPr>
          </a:p>
          <a:p>
            <a:r>
              <a:rPr lang="en-US" sz="1600" b="0" u="none" strike="noStrike">
                <a:solidFill>
                  <a:srgbClr val="000000"/>
                </a:solidFill>
                <a:uFillTx/>
                <a:latin typeface="Arial" panose="020B0604020202020204"/>
              </a:rPr>
              <a:t>Existing tools are often theoretical and lack interactive, practical application.</a:t>
            </a:r>
            <a:endParaRPr lang="en-US" sz="1600" b="0" u="none" strike="noStrike">
              <a:solidFill>
                <a:srgbClr val="000000"/>
              </a:solidFill>
              <a:uFillTx/>
              <a:latin typeface="Arial" panose="020B0604020202020204"/>
            </a:endParaRPr>
          </a:p>
          <a:p>
            <a:r>
              <a:rPr lang="en-US" sz="1600" b="0" u="none" strike="noStrike">
                <a:solidFill>
                  <a:srgbClr val="000000"/>
                </a:solidFill>
                <a:uFillTx/>
                <a:latin typeface="Arial" panose="020B0604020202020204"/>
              </a:rPr>
              <a:t>There is frustration among students who understand concepts but cannot apply them effectively.</a:t>
            </a:r>
            <a:endParaRPr lang="en-US" sz="1600" b="0" u="none" strike="noStrike">
              <a:solidFill>
                <a:srgbClr val="000000"/>
              </a:solidFill>
              <a:uFillTx/>
              <a:latin typeface="Arial" panose="020B0604020202020204"/>
            </a:endParaRPr>
          </a:p>
          <a:p>
            <a:endParaRPr lang="en-US" sz="1600" b="0" u="none" strike="noStrike">
              <a:solidFill>
                <a:srgbClr val="000000"/>
              </a:solidFill>
              <a:uFillTx/>
              <a:latin typeface="Arial" panose="020B0604020202020204"/>
            </a:endParaRPr>
          </a:p>
        </p:txBody>
      </p:sp>
      <p:sp>
        <p:nvSpPr>
          <p:cNvPr id="259" name="Text Box 258"/>
          <p:cNvSpPr txBox="1"/>
          <p:nvPr/>
        </p:nvSpPr>
        <p:spPr>
          <a:xfrm>
            <a:off x="979805" y="1866900"/>
            <a:ext cx="2156460" cy="765175"/>
          </a:xfrm>
          <a:prstGeom prst="rect">
            <a:avLst/>
          </a:prstGeom>
          <a:noFill/>
          <a:ln w="0">
            <a:noFill/>
          </a:ln>
        </p:spPr>
        <p:txBody>
          <a:bodyPr lIns="90000" tIns="45000" rIns="90000" bIns="45000" anchor="t">
            <a:noAutofit/>
          </a:bodyPr>
          <a:p>
            <a:r>
              <a:rPr lang="en-US" sz="2000" b="1" u="none" strike="noStrike">
                <a:solidFill>
                  <a:srgbClr val="000000"/>
                </a:solidFill>
                <a:uFillTx/>
                <a:latin typeface="Arial" panose="020B0604020202020204"/>
              </a:rPr>
              <a:t>Problem</a:t>
            </a:r>
            <a:endParaRPr lang="en-US" sz="2000" b="1" u="none" strike="noStrike">
              <a:solidFill>
                <a:srgbClr val="000000"/>
              </a:solidFill>
              <a:uFillTx/>
              <a:latin typeface="Arial" panose="020B0604020202020204"/>
            </a:endParaRPr>
          </a:p>
        </p:txBody>
      </p:sp>
      <p:sp>
        <p:nvSpPr>
          <p:cNvPr id="260" name="Text Box 259"/>
          <p:cNvSpPr txBox="1"/>
          <p:nvPr/>
        </p:nvSpPr>
        <p:spPr>
          <a:xfrm>
            <a:off x="3574265" y="5143490"/>
            <a:ext cx="2370240" cy="1621800"/>
          </a:xfrm>
          <a:prstGeom prst="rect">
            <a:avLst/>
          </a:prstGeom>
          <a:noFill/>
          <a:ln w="0">
            <a:noFill/>
          </a:ln>
        </p:spPr>
        <p:txBody>
          <a:bodyPr lIns="90000" tIns="45000" rIns="90000" bIns="45000" anchor="t">
            <a:noAutofit/>
          </a:bodyPr>
          <a:p>
            <a:r>
              <a:rPr lang="en-US" sz="1500" b="0" u="none" strike="noStrike">
                <a:solidFill>
                  <a:srgbClr val="000000"/>
                </a:solidFill>
                <a:uFillTx/>
                <a:latin typeface="Arial" panose="020B0604020202020204"/>
              </a:rPr>
              <a:t>Subscription and purchase numbers.</a:t>
            </a:r>
            <a:endParaRPr lang="en-US" sz="1500" b="0" u="none" strike="noStrike">
              <a:solidFill>
                <a:srgbClr val="000000"/>
              </a:solidFill>
              <a:uFillTx/>
              <a:latin typeface="Arial" panose="020B0604020202020204"/>
            </a:endParaRPr>
          </a:p>
          <a:p>
            <a:r>
              <a:rPr lang="en-US" sz="1500" b="0" u="none" strike="noStrike">
                <a:solidFill>
                  <a:srgbClr val="000000"/>
                </a:solidFill>
                <a:uFillTx/>
                <a:latin typeface="Arial" panose="020B0604020202020204"/>
              </a:rPr>
              <a:t>User engagement (e.g., time spent using simulations).</a:t>
            </a:r>
            <a:endParaRPr lang="en-US" sz="1500" b="0" u="none" strike="noStrike">
              <a:solidFill>
                <a:srgbClr val="000000"/>
              </a:solidFill>
              <a:uFillTx/>
              <a:latin typeface="Arial" panose="020B0604020202020204"/>
            </a:endParaRPr>
          </a:p>
          <a:p>
            <a:r>
              <a:rPr lang="en-US" sz="1500" b="0" u="none" strike="noStrike">
                <a:solidFill>
                  <a:srgbClr val="000000"/>
                </a:solidFill>
                <a:uFillTx/>
                <a:latin typeface="Arial" panose="020B0604020202020204"/>
              </a:rPr>
              <a:t>Student improvement in comprehension and practical skills.</a:t>
            </a:r>
            <a:endParaRPr lang="en-US" sz="1500" b="0" u="none" strike="noStrike">
              <a:solidFill>
                <a:srgbClr val="000000"/>
              </a:solidFill>
              <a:uFillTx/>
              <a:latin typeface="Arial" panose="020B0604020202020204"/>
            </a:endParaRPr>
          </a:p>
          <a:p>
            <a:endParaRPr lang="en-US" sz="1500" b="0" u="none" strike="noStrike">
              <a:solidFill>
                <a:srgbClr val="000000"/>
              </a:solidFill>
              <a:uFillTx/>
              <a:latin typeface="Arial" panose="020B0604020202020204"/>
            </a:endParaRPr>
          </a:p>
        </p:txBody>
      </p:sp>
      <p:sp>
        <p:nvSpPr>
          <p:cNvPr id="261" name="Text Box 260"/>
          <p:cNvSpPr txBox="1"/>
          <p:nvPr/>
        </p:nvSpPr>
        <p:spPr>
          <a:xfrm>
            <a:off x="6261120" y="2057400"/>
            <a:ext cx="2425680" cy="92340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Tailored for students aged 14-22, helping them bridge the gap between theoretical knowledge and real-world application.</a:t>
            </a:r>
            <a:endParaRPr lang="en-US" sz="1400" b="0" u="none" strike="noStrike">
              <a:solidFill>
                <a:srgbClr val="000000"/>
              </a:solidFill>
              <a:uFillTx/>
              <a:latin typeface="Arial" panose="020B0604020202020204"/>
            </a:endParaRPr>
          </a:p>
        </p:txBody>
      </p:sp>
      <p:sp>
        <p:nvSpPr>
          <p:cNvPr id="262" name="Text Box 261"/>
          <p:cNvSpPr txBox="1"/>
          <p:nvPr/>
        </p:nvSpPr>
        <p:spPr>
          <a:xfrm>
            <a:off x="6447845" y="4187730"/>
            <a:ext cx="2075760" cy="79956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"Empowering students to bring physics equations to life, making theoretical concepts practically applicable through real-time, interactive simulations."</a:t>
            </a:r>
            <a:endParaRPr lang="en-US" sz="1400" b="0" u="none" strike="noStrike">
              <a:solidFill>
                <a:srgbClr val="000000"/>
              </a:solidFill>
              <a:uFillTx/>
              <a:latin typeface="Arial" panose="020B0604020202020204"/>
            </a:endParaRPr>
          </a:p>
        </p:txBody>
      </p:sp>
      <p:sp>
        <p:nvSpPr>
          <p:cNvPr id="263" name="Text Box 262"/>
          <p:cNvSpPr txBox="1"/>
          <p:nvPr/>
        </p:nvSpPr>
        <p:spPr>
          <a:xfrm>
            <a:off x="9144635" y="4838590"/>
            <a:ext cx="1778760" cy="138060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Direct sales to students and educational institutions through online educational platforms.</a:t>
            </a:r>
            <a:endParaRPr lang="en-US" sz="1400" b="0" u="none" strike="noStrike">
              <a:solidFill>
                <a:srgbClr val="000000"/>
              </a:solidFill>
              <a:uFillTx/>
              <a:latin typeface="Arial" panose="020B0604020202020204"/>
            </a:endParaRPr>
          </a:p>
        </p:txBody>
      </p:sp>
      <p:sp>
        <p:nvSpPr>
          <p:cNvPr id="264" name="Text Box 263"/>
          <p:cNvSpPr txBox="1"/>
          <p:nvPr/>
        </p:nvSpPr>
        <p:spPr>
          <a:xfrm>
            <a:off x="9144000" y="6391800"/>
            <a:ext cx="1926360" cy="92340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Social media and digital marketing targeting students, educators, and parents.</a:t>
            </a:r>
            <a:endParaRPr lang="en-US" sz="1400" b="0" u="none" strike="noStrike">
              <a:solidFill>
                <a:srgbClr val="000000"/>
              </a:solidFill>
              <a:uFillTx/>
              <a:latin typeface="Arial" panose="020B0604020202020204"/>
            </a:endParaRPr>
          </a:p>
        </p:txBody>
      </p:sp>
      <p:sp>
        <p:nvSpPr>
          <p:cNvPr id="266" name="Text Box 265"/>
          <p:cNvSpPr txBox="1"/>
          <p:nvPr/>
        </p:nvSpPr>
        <p:spPr>
          <a:xfrm>
            <a:off x="11800080" y="6600960"/>
            <a:ext cx="2373120" cy="1371600"/>
          </a:xfrm>
          <a:prstGeom prst="rect">
            <a:avLst/>
          </a:prstGeom>
          <a:noFill/>
          <a:ln w="0">
            <a:noFill/>
          </a:ln>
        </p:spPr>
        <p:txBody>
          <a:bodyPr lIns="90000" tIns="45000" rIns="90000" bIns="45000" anchor="t">
            <a:noAutofit/>
          </a:bodyPr>
          <a:p>
            <a:r>
              <a:rPr lang="en-US" sz="1000" b="0" u="none" strike="noStrike">
                <a:solidFill>
                  <a:srgbClr val="000000"/>
                </a:solidFill>
                <a:uFillTx/>
                <a:latin typeface="Arial" panose="020B0604020202020204"/>
              </a:rPr>
              <a:t>Schools or educators interested in adopting advanced, interactive teaching resources.</a:t>
            </a:r>
            <a:endParaRPr lang="en-US" sz="1000" b="0" u="none" strike="noStrike">
              <a:solidFill>
                <a:srgbClr val="000000"/>
              </a:solidFill>
              <a:uFillTx/>
              <a:latin typeface="Arial" panose="020B0604020202020204"/>
            </a:endParaRPr>
          </a:p>
        </p:txBody>
      </p:sp>
      <p:sp>
        <p:nvSpPr>
          <p:cNvPr id="267" name="Text Box 266"/>
          <p:cNvSpPr txBox="1"/>
          <p:nvPr/>
        </p:nvSpPr>
        <p:spPr>
          <a:xfrm>
            <a:off x="14670360" y="2106360"/>
            <a:ext cx="3846240" cy="749484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Customer Acquisition</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Channels: Social media, partnerships with schools, and influencer marketing.</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Target: Students (ages 14-22) and educational institutions.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Revenue Streams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Subscription Model: Monthly/annual for students.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One-Time Purchase: Lifetime access option.</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Institutional Licensing: Bulk access for schools/universities.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Retention</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Personalization: Tailored simulations and regular content updates.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Cross-Platform Access: Usable on any device via Vulkan, ensuring flexibility.</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Community: Forum for users to share ideas and support each other.</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Scalability</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Low incremental costs with global reach.</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Potential to expand into other STEM subjects.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Key Partnerships</a:t>
            </a:r>
            <a:endParaRPr lang="en-US" sz="1400" b="0" u="none" strike="noStrike">
              <a:solidFill>
                <a:srgbClr val="000000"/>
              </a:solidFill>
              <a:uFillTx/>
              <a:latin typeface="Arial" panose="020B0604020202020204"/>
            </a:endParaRPr>
          </a:p>
          <a:p>
            <a:r>
              <a:rPr lang="en-US" sz="1400" b="0" u="none" strike="noStrike">
                <a:solidFill>
                  <a:srgbClr val="000000"/>
                </a:solidFill>
                <a:uFillTx/>
                <a:latin typeface="Arial" panose="020B0604020202020204"/>
              </a:rPr>
              <a:t>Collaborate with educators, tech providers, and influencers to enhance reach and credibility.</a:t>
            </a:r>
            <a:endParaRPr lang="en-US" sz="1400" b="0" u="none" strike="noStrike">
              <a:solidFill>
                <a:srgbClr val="000000"/>
              </a:solidFill>
              <a:uFillTx/>
              <a:latin typeface="Arial" panose="020B0604020202020204"/>
            </a:endParaRPr>
          </a:p>
          <a:p>
            <a:endParaRPr lang="en-US" sz="1400" b="0" u="none" strike="noStrike">
              <a:solidFill>
                <a:srgbClr val="000000"/>
              </a:solidFill>
              <a:uFillTx/>
              <a:latin typeface="Arial" panose="020B0604020202020204"/>
            </a:endParaRPr>
          </a:p>
        </p:txBody>
      </p:sp>
      <p:sp>
        <p:nvSpPr>
          <p:cNvPr id="268" name="Text Box 267"/>
          <p:cNvSpPr txBox="1"/>
          <p:nvPr/>
        </p:nvSpPr>
        <p:spPr>
          <a:xfrm>
            <a:off x="6431550" y="6391910"/>
            <a:ext cx="2068560" cy="923400"/>
          </a:xfrm>
          <a:prstGeom prst="rect">
            <a:avLst/>
          </a:prstGeom>
          <a:noFill/>
          <a:ln w="0">
            <a:noFill/>
          </a:ln>
        </p:spPr>
        <p:txBody>
          <a:bodyPr lIns="90000" tIns="45000" rIns="90000" bIns="45000" anchor="t">
            <a:noAutofit/>
          </a:bodyPr>
          <a:p>
            <a:r>
              <a:rPr lang="en-US" sz="1400" b="0" u="none" strike="noStrike">
                <a:solidFill>
                  <a:srgbClr val="000000"/>
                </a:solidFill>
                <a:uFillTx/>
                <a:latin typeface="Arial" panose="020B0604020202020204"/>
              </a:rPr>
              <a:t>Bringing physics equations to life for students to enhance real-world understanding and innovation."</a:t>
            </a:r>
            <a:endParaRPr lang="en-US" sz="1400" b="0" u="none" strike="noStrike">
              <a:solidFill>
                <a:srgbClr val="000000"/>
              </a:solidFill>
              <a:uFillTx/>
              <a:latin typeface="Arial" panose="020B0604020202020204"/>
            </a:endParaRPr>
          </a:p>
        </p:txBody>
      </p:sp>
      <p:sp>
        <p:nvSpPr>
          <p:cNvPr id="3" name="Text Box 2"/>
          <p:cNvSpPr txBox="1"/>
          <p:nvPr/>
        </p:nvSpPr>
        <p:spPr>
          <a:xfrm>
            <a:off x="6205855" y="5981700"/>
            <a:ext cx="6096000" cy="368300"/>
          </a:xfrm>
          <a:prstGeom prst="rect">
            <a:avLst/>
          </a:prstGeom>
          <a:noFill/>
        </p:spPr>
        <p:txBody>
          <a:bodyPr wrap="square" rtlCol="0">
            <a:spAutoFit/>
          </a:bodyPr>
          <a:p>
            <a:r>
              <a:rPr lang="en-US" b="1">
                <a:solidFill>
                  <a:schemeClr val="dk1"/>
                </a:solidFill>
                <a:uFillTx/>
                <a:latin typeface="Calibri" panose="020F0502020204030204"/>
                <a:sym typeface="+mn-ea"/>
              </a:rPr>
              <a:t>HIGH-LEVEL CONCEPT</a:t>
            </a:r>
            <a:endParaRPr lang="en-US"/>
          </a:p>
        </p:txBody>
      </p:sp>
      <p:sp>
        <p:nvSpPr>
          <p:cNvPr id="4" name="Text Box 3"/>
          <p:cNvSpPr txBox="1"/>
          <p:nvPr/>
        </p:nvSpPr>
        <p:spPr>
          <a:xfrm>
            <a:off x="7772400" y="8128000"/>
            <a:ext cx="6096000" cy="368300"/>
          </a:xfrm>
          <a:prstGeom prst="rect">
            <a:avLst/>
          </a:prstGeom>
          <a:noFill/>
        </p:spPr>
        <p:txBody>
          <a:bodyPr wrap="square" rtlCol="0">
            <a:spAutoFit/>
          </a:bodyPr>
          <a:p>
            <a:r>
              <a:rPr lang="en-US" b="1">
                <a:solidFill>
                  <a:schemeClr val="dk1"/>
                </a:solidFill>
                <a:uFillTx/>
                <a:latin typeface="Calibri" panose="020F0502020204030204"/>
                <a:sym typeface="+mn-ea"/>
              </a:rPr>
              <a:t>REVENUE STREAMS</a:t>
            </a:r>
            <a:endParaRPr lang="en-US"/>
          </a:p>
        </p:txBody>
      </p:sp>
      <p:sp>
        <p:nvSpPr>
          <p:cNvPr id="5" name="Text Box 4"/>
          <p:cNvSpPr txBox="1"/>
          <p:nvPr/>
        </p:nvSpPr>
        <p:spPr>
          <a:xfrm>
            <a:off x="9296400" y="4241800"/>
            <a:ext cx="6096000" cy="368300"/>
          </a:xfrm>
          <a:prstGeom prst="rect">
            <a:avLst/>
          </a:prstGeom>
          <a:noFill/>
        </p:spPr>
        <p:txBody>
          <a:bodyPr wrap="square" rtlCol="0">
            <a:spAutoFit/>
          </a:bodyPr>
          <a:p>
            <a:r>
              <a:rPr lang="en-US" b="1">
                <a:solidFill>
                  <a:schemeClr val="dk1"/>
                </a:solidFill>
                <a:uFillTx/>
                <a:latin typeface="Calibri" panose="020F0502020204030204"/>
                <a:sym typeface="+mn-ea"/>
              </a:rPr>
              <a:t>CHANNELS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4"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3315"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3316"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6" name="Title 1"/>
          <p:cNvSpPr txBox="1"/>
          <p:nvPr/>
        </p:nvSpPr>
        <p:spPr>
          <a:xfrm>
            <a:off x="3048000" y="342900"/>
            <a:ext cx="12420600" cy="652463"/>
          </a:xfrm>
          <a:prstGeom prst="rect">
            <a:avLst/>
          </a:prstGeom>
        </p:spPr>
        <p:txBody>
          <a:bodyPr lIns="91439" tIns="45719" rIns="91439" bIns="45719">
            <a:normAutofit fontScale="90000" lnSpcReduction="20000"/>
          </a:bodyPr>
          <a:lstStyle/>
          <a:p>
            <a:pPr marR="0" algn="ctr" defTabSz="914400" fontAlgn="auto">
              <a:spcAft>
                <a:spcPts val="0"/>
              </a:spcAft>
              <a:buClrTx/>
              <a:buSzTx/>
              <a:buFontTx/>
              <a:buNone/>
              <a:defRPr/>
            </a:pPr>
            <a:r>
              <a:rPr kumimoji="0" lang="en-US" sz="4500" b="1" kern="1200" cap="none" spc="0" normalizeH="0" baseline="0" noProof="0" dirty="0" smtClean="0">
                <a:latin typeface="+mj-lt"/>
                <a:ea typeface="+mj-ea"/>
                <a:cs typeface="+mj-cs"/>
              </a:rPr>
              <a:t>MVP</a:t>
            </a:r>
            <a:endParaRPr kumimoji="0" lang="en-US" sz="4500" b="1" kern="1200" cap="none" spc="0" normalizeH="0" baseline="0" noProof="0" dirty="0">
              <a:latin typeface="+mj-lt"/>
              <a:ea typeface="+mj-ea"/>
              <a:cs typeface="+mj-cs"/>
            </a:endParaRPr>
          </a:p>
        </p:txBody>
      </p:sp>
      <p:sp>
        <p:nvSpPr>
          <p:cNvPr id="13318" name="TextBox 6"/>
          <p:cNvSpPr txBox="1"/>
          <p:nvPr/>
        </p:nvSpPr>
        <p:spPr>
          <a:xfrm>
            <a:off x="1143000" y="2122488"/>
            <a:ext cx="13182600" cy="920750"/>
          </a:xfrm>
          <a:prstGeom prst="rect">
            <a:avLst/>
          </a:prstGeom>
          <a:noFill/>
          <a:ln w="9525">
            <a:noFill/>
          </a:ln>
        </p:spPr>
        <p:txBody>
          <a:bodyPr lIns="91439" tIns="45719" rIns="91439" bIns="45719">
            <a:spAutoFit/>
          </a:bodyPr>
          <a:p>
            <a:pPr marL="455930" indent="-455930">
              <a:buFont typeface="Arial" panose="020B0604020202020204" pitchFamily="34" charset="0"/>
              <a:buChar char="•"/>
            </a:pPr>
            <a:endParaRPr lang="en-IN" altLang="x-none" sz="2700" b="1" dirty="0">
              <a:solidFill>
                <a:srgbClr val="000000"/>
              </a:solidFill>
              <a:latin typeface="Calibri" panose="020F0502020204030204" pitchFamily="34" charset="0"/>
              <a:ea typeface="Arial" panose="020B0604020202020204" pitchFamily="34" charset="0"/>
            </a:endParaRPr>
          </a:p>
          <a:p>
            <a:pPr marL="455930" indent="-455930">
              <a:buFont typeface="Arial" panose="020B0604020202020204" pitchFamily="34" charset="0"/>
              <a:buChar char="•"/>
            </a:pPr>
            <a:endParaRPr lang="en-IN" altLang="x-none" sz="2700" b="1" dirty="0">
              <a:solidFill>
                <a:srgbClr val="000000"/>
              </a:solidFill>
              <a:latin typeface="Calibri" panose="020F0502020204030204" pitchFamily="34" charset="0"/>
              <a:ea typeface="Arial" panose="020B0604020202020204" pitchFamily="34" charset="0"/>
            </a:endParaRPr>
          </a:p>
        </p:txBody>
      </p:sp>
      <p:pic>
        <p:nvPicPr>
          <p:cNvPr id="2" name="Picture 1" descr="Screenshot 2024-10-28 214235"/>
          <p:cNvPicPr>
            <a:picLocks noChangeAspect="1"/>
          </p:cNvPicPr>
          <p:nvPr/>
        </p:nvPicPr>
        <p:blipFill>
          <a:blip r:embed="rId4"/>
          <a:stretch>
            <a:fillRect/>
          </a:stretch>
        </p:blipFill>
        <p:spPr>
          <a:xfrm>
            <a:off x="2895600" y="1638300"/>
            <a:ext cx="11874500" cy="66763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2"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5363"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5364"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graphicFrame>
        <p:nvGraphicFramePr>
          <p:cNvPr id="8" name="Diagramm 2"/>
          <p:cNvGraphicFramePr/>
          <p:nvPr/>
        </p:nvGraphicFramePr>
        <p:xfrm>
          <a:off x="202373" y="2924767"/>
          <a:ext cx="5665027" cy="60479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angle 9"/>
          <p:cNvSpPr/>
          <p:nvPr/>
        </p:nvSpPr>
        <p:spPr>
          <a:xfrm>
            <a:off x="182880" y="1870451"/>
            <a:ext cx="4031873" cy="507831"/>
          </a:xfrm>
          <a:prstGeom prst="rect">
            <a:avLst/>
          </a:prstGeom>
        </p:spPr>
        <p:txBody>
          <a:bodyPr wrap="none">
            <a:spAutoFit/>
          </a:bodyPr>
          <a:lstStyle/>
          <a:p>
            <a:r>
              <a:rPr lang="en-GB" sz="2700" b="1" dirty="0">
                <a:solidFill>
                  <a:prstClr val="black"/>
                </a:solidFill>
                <a:latin typeface="Raleway"/>
              </a:rPr>
              <a:t>Customer Sales Funnel</a:t>
            </a:r>
            <a:endParaRPr lang="en-US" sz="2700" b="1" dirty="0">
              <a:solidFill>
                <a:prstClr val="black"/>
              </a:solidFill>
              <a:latin typeface="Raleway"/>
            </a:endParaRPr>
          </a:p>
        </p:txBody>
      </p:sp>
      <p:graphicFrame>
        <p:nvGraphicFramePr>
          <p:cNvPr id="17" name="Table 16"/>
          <p:cNvGraphicFramePr>
            <a:graphicFrameLocks noGrp="1"/>
          </p:cNvGraphicFramePr>
          <p:nvPr/>
        </p:nvGraphicFramePr>
        <p:xfrm>
          <a:off x="5867400" y="2924767"/>
          <a:ext cx="12085632" cy="6122670"/>
        </p:xfrm>
        <a:graphic>
          <a:graphicData uri="http://schemas.openxmlformats.org/drawingml/2006/table">
            <a:tbl>
              <a:tblPr firstRow="1" firstCol="1" bandRow="1">
                <a:tableStyleId>{00A15C55-8517-42AA-B614-E9B94910E393}</a:tableStyleId>
              </a:tblPr>
              <a:tblGrid>
                <a:gridCol w="2288309"/>
                <a:gridCol w="2347275"/>
                <a:gridCol w="2653442"/>
                <a:gridCol w="2449331"/>
                <a:gridCol w="2347275"/>
              </a:tblGrid>
              <a:tr h="542645">
                <a:tc>
                  <a:txBody>
                    <a:bodyPr/>
                    <a:lstStyle/>
                    <a:p>
                      <a:pPr marL="0" marR="0">
                        <a:lnSpc>
                          <a:spcPct val="107000"/>
                        </a:lnSpc>
                        <a:spcBef>
                          <a:spcPts val="0"/>
                        </a:spcBef>
                        <a:spcAft>
                          <a:spcPts val="800"/>
                        </a:spcAft>
                      </a:pPr>
                      <a:r>
                        <a:rPr lang="en-US" sz="1800" dirty="0">
                          <a:effectLst/>
                        </a:rPr>
                        <a:t>1</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2</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3</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4</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5</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r>
              <a:tr h="1625024">
                <a:tc>
                  <a:txBody>
                    <a:bodyPr/>
                    <a:lstStyle/>
                    <a:p>
                      <a:pPr marL="0" marR="0">
                        <a:lnSpc>
                          <a:spcPct val="107000"/>
                        </a:lnSpc>
                        <a:spcBef>
                          <a:spcPts val="0"/>
                        </a:spcBef>
                        <a:spcAft>
                          <a:spcPts val="800"/>
                        </a:spcAft>
                      </a:pPr>
                      <a:r>
                        <a:rPr lang="en-US" sz="1800" dirty="0">
                          <a:effectLst/>
                        </a:rPr>
                        <a:t>Target Customer Segment (Type)</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Target Customer Segment  (Number)</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a:effectLst/>
                        </a:rPr>
                        <a:t>Channels to be used to attract the target customer segment</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number of leads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1800" dirty="0">
                          <a:effectLst/>
                        </a:rPr>
                        <a:t>Estimated cost to convert these leads to actual customers</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r>
              <a:tr h="530986">
                <a:tc>
                  <a:txBody>
                    <a:bodyPr/>
                    <a:lstStyle/>
                    <a:p>
                      <a:pPr marL="0" marR="0">
                        <a:lnSpc>
                          <a:spcPct val="107000"/>
                        </a:lnSpc>
                        <a:spcBef>
                          <a:spcPts val="0"/>
                        </a:spcBef>
                        <a:spcAft>
                          <a:spcPts val="800"/>
                        </a:spcAft>
                      </a:pPr>
                      <a:r>
                        <a:rPr lang="en-US" sz="2400" dirty="0">
                          <a:effectLst/>
                        </a:rPr>
                        <a:t> </a:t>
                      </a:r>
                      <a:r>
                        <a:rPr lang="en-IN" altLang="en-US" sz="2400" dirty="0">
                          <a:effectLst/>
                        </a:rPr>
                        <a:t>dept HOD</a:t>
                      </a:r>
                      <a:endParaRPr lang="en-IN" altLang="en-US"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dirty="0">
                          <a:effectLst/>
                        </a:rPr>
                        <a:t> </a:t>
                      </a:r>
                      <a:r>
                        <a:rPr lang="en-IN" altLang="en-US" sz="2400" dirty="0">
                          <a:effectLst/>
                        </a:rPr>
                        <a:t>        -</a:t>
                      </a:r>
                      <a:endParaRPr lang="en-IN" altLang="en-US"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r>
                        <a:rPr lang="en-IN" altLang="en-US" sz="2000" dirty="0">
                          <a:effectLst/>
                        </a:rPr>
                        <a:t>showing progress</a:t>
                      </a:r>
                      <a:endParaRPr lang="en-IN" altLang="en-US" sz="20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r>
                        <a:rPr lang="en-IN" altLang="en-US" sz="2400">
                          <a:effectLst/>
                        </a:rPr>
                        <a:t>&gt;100</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r>
                        <a:rPr lang="en-IN" altLang="en-US" sz="2400">
                          <a:effectLst/>
                        </a:rPr>
                        <a:t>22,000</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30986">
                <a:tc>
                  <a:txBody>
                    <a:bodyPr/>
                    <a:lstStyle/>
                    <a:p>
                      <a:pPr marL="0" marR="0">
                        <a:lnSpc>
                          <a:spcPct val="107000"/>
                        </a:lnSpc>
                        <a:spcBef>
                          <a:spcPts val="0"/>
                        </a:spcBef>
                        <a:spcAft>
                          <a:spcPts val="800"/>
                        </a:spcAft>
                      </a:pPr>
                      <a:r>
                        <a:rPr lang="en-US" sz="2400">
                          <a:effectLst/>
                        </a:rPr>
                        <a:t> </a:t>
                      </a:r>
                      <a:r>
                        <a:rPr lang="en-IN" altLang="en-US" sz="2400">
                          <a:effectLst/>
                        </a:rPr>
                        <a:t>An student</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r>
                        <a:rPr lang="en-IN" altLang="en-US" sz="2400">
                          <a:effectLst/>
                        </a:rPr>
                        <a:t>73393 43106</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r>
                        <a:rPr lang="en-IN" altLang="en-US" sz="2400" dirty="0">
                          <a:effectLst/>
                        </a:rPr>
                        <a:t>product</a:t>
                      </a:r>
                      <a:endParaRPr lang="en-IN" altLang="en-US"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r>
                        <a:rPr lang="en-IN" altLang="en-US" sz="2400" dirty="0">
                          <a:effectLst/>
                        </a:rPr>
                        <a:t>1</a:t>
                      </a:r>
                      <a:endParaRPr lang="en-IN" altLang="en-US"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r>
                        <a:rPr lang="en-IN" altLang="en-US" sz="2400">
                          <a:effectLst/>
                        </a:rPr>
                        <a:t>       0</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17525">
                <a:tc>
                  <a:txBody>
                    <a:bodyPr/>
                    <a:lstStyle/>
                    <a:p>
                      <a:pPr marL="0" marR="0">
                        <a:lnSpc>
                          <a:spcPct val="107000"/>
                        </a:lnSpc>
                        <a:spcBef>
                          <a:spcPts val="0"/>
                        </a:spcBef>
                        <a:spcAft>
                          <a:spcPts val="800"/>
                        </a:spcAft>
                      </a:pPr>
                      <a:r>
                        <a:rPr lang="en-US" sz="2400">
                          <a:effectLst/>
                        </a:rPr>
                        <a:t> </a:t>
                      </a:r>
                      <a:r>
                        <a:rPr lang="en-IN" altLang="en-US" sz="2400">
                          <a:effectLst/>
                        </a:rPr>
                        <a:t>university</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r>
                        <a:rPr lang="en-IN" altLang="en-US" sz="2400">
                          <a:effectLst/>
                        </a:rPr>
                        <a:t>         -</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r>
                        <a:rPr lang="en-IN" altLang="en-US" sz="2000">
                          <a:effectLst/>
                        </a:rPr>
                        <a:t>complete product</a:t>
                      </a:r>
                      <a:endParaRPr lang="en-IN" altLang="en-US" sz="20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r>
                        <a:rPr lang="en-IN" altLang="en-US" sz="2400" dirty="0">
                          <a:effectLst/>
                        </a:rPr>
                        <a:t>&gt;2000</a:t>
                      </a:r>
                      <a:endParaRPr lang="en-IN" altLang="en-US" sz="24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r>
                        <a:rPr lang="en-IN" altLang="en-US" sz="2400">
                          <a:effectLst/>
                        </a:rPr>
                        <a:t>57,000</a:t>
                      </a:r>
                      <a:endParaRPr lang="en-IN" altLang="en-US" sz="24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30986">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30986">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30986">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r h="530986">
                <a:tc>
                  <a:txBody>
                    <a:bodyPr/>
                    <a:lstStyle/>
                    <a:p>
                      <a:pPr marL="0" marR="0">
                        <a:lnSpc>
                          <a:spcPct val="107000"/>
                        </a:lnSpc>
                        <a:spcBef>
                          <a:spcPts val="0"/>
                        </a:spcBef>
                        <a:spcAft>
                          <a:spcPts val="800"/>
                        </a:spcAft>
                      </a:pP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rgbClr val="FF9933"/>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a:effectLst/>
                        </a:rPr>
                        <a:t> </a:t>
                      </a:r>
                      <a:endParaRPr lang="en-IN" sz="2700" b="1">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c>
                  <a:txBody>
                    <a:bodyPr/>
                    <a:lstStyle/>
                    <a:p>
                      <a:pPr marL="0" marR="0">
                        <a:lnSpc>
                          <a:spcPct val="107000"/>
                        </a:lnSpc>
                        <a:spcBef>
                          <a:spcPts val="0"/>
                        </a:spcBef>
                        <a:spcAft>
                          <a:spcPts val="800"/>
                        </a:spcAft>
                      </a:pPr>
                      <a:r>
                        <a:rPr lang="en-US" sz="2400" dirty="0">
                          <a:effectLst/>
                        </a:rPr>
                        <a:t> </a:t>
                      </a:r>
                      <a:endParaRPr lang="en-IN" sz="2700" b="1" dirty="0">
                        <a:solidFill>
                          <a:srgbClr val="2D498D"/>
                        </a:solidFill>
                        <a:effectLst/>
                        <a:latin typeface="Calibri" panose="020F0502020204030204" pitchFamily="34" charset="0"/>
                        <a:ea typeface="Calibri" panose="020F0502020204030204" pitchFamily="34" charset="0"/>
                        <a:cs typeface="Mangal" panose="02040503050203030202" pitchFamily="18" charset="0"/>
                      </a:endParaRPr>
                    </a:p>
                  </a:txBody>
                  <a:tcPr marL="102866" marR="102866" marT="0" marB="0">
                    <a:solidFill>
                      <a:schemeClr val="accent6">
                        <a:lumMod val="20000"/>
                        <a:lumOff val="80000"/>
                      </a:schemeClr>
                    </a:solidFill>
                  </a:tcPr>
                </a:tc>
              </a:tr>
            </a:tbl>
          </a:graphicData>
        </a:graphic>
      </p:graphicFrame>
      <p:sp>
        <p:nvSpPr>
          <p:cNvPr id="18" name="Rectangle 17"/>
          <p:cNvSpPr/>
          <p:nvPr/>
        </p:nvSpPr>
        <p:spPr>
          <a:xfrm>
            <a:off x="9372600" y="2124366"/>
            <a:ext cx="4596130" cy="507831"/>
          </a:xfrm>
          <a:prstGeom prst="rect">
            <a:avLst/>
          </a:prstGeom>
        </p:spPr>
        <p:txBody>
          <a:bodyPr wrap="none">
            <a:spAutoFit/>
          </a:bodyPr>
          <a:lstStyle/>
          <a:p>
            <a:r>
              <a:rPr lang="en-GB" sz="2700" b="1" dirty="0">
                <a:solidFill>
                  <a:prstClr val="black"/>
                </a:solidFill>
                <a:latin typeface="Raleway"/>
              </a:rPr>
              <a:t>Customer Acquisition Plan</a:t>
            </a:r>
            <a:endParaRPr lang="en-US" sz="2700" b="1" dirty="0">
              <a:solidFill>
                <a:prstClr val="black"/>
              </a:solidFill>
              <a:latin typeface="Raleway"/>
            </a:endParaRPr>
          </a:p>
        </p:txBody>
      </p:sp>
      <p:sp>
        <p:nvSpPr>
          <p:cNvPr id="5" name="Text Box 4"/>
          <p:cNvSpPr txBox="1"/>
          <p:nvPr/>
        </p:nvSpPr>
        <p:spPr>
          <a:xfrm>
            <a:off x="6248400" y="292735"/>
            <a:ext cx="9852660" cy="1014730"/>
          </a:xfrm>
          <a:prstGeom prst="rect">
            <a:avLst/>
          </a:prstGeom>
          <a:noFill/>
        </p:spPr>
        <p:txBody>
          <a:bodyPr wrap="square" rtlCol="0">
            <a:spAutoFit/>
          </a:bodyPr>
          <a:p>
            <a:r>
              <a:rPr lang="en-IN" altLang="en-US" sz="6000" b="1">
                <a:solidFill>
                  <a:srgbClr val="C00000"/>
                </a:solidFill>
                <a:cs typeface="Arial" panose="020B0604020202020204" pitchFamily="34" charset="0"/>
              </a:rPr>
              <a:t>SALES PLAN</a:t>
            </a:r>
            <a:endParaRPr lang="en-IN" altLang="en-US" sz="6000" b="1">
              <a:solidFill>
                <a:srgbClr val="C00000"/>
              </a:solidFill>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6387"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6388"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5" name="Title 14"/>
          <p:cNvSpPr>
            <a:spLocks noGrp="1"/>
          </p:cNvSpPr>
          <p:nvPr/>
        </p:nvSpPr>
        <p:spPr>
          <a:xfrm>
            <a:off x="1447800" y="342707"/>
            <a:ext cx="15773400" cy="652462"/>
          </a:xfrm>
          <a:prstGeom prst="rect">
            <a:avLst/>
          </a:prstGeom>
          <a:noFill/>
        </p:spPr>
        <p:txBody>
          <a:bodyPr vert="horz" lIns="91440" tIns="45720" rIns="91440" bIns="45720" rtlCol="0" anchor="ctr">
            <a:normAutofit fontScale="90000"/>
          </a:bodyPr>
          <a:lstStyle>
            <a:lvl1pPr algn="ctr" defTabSz="914400" rtl="0" eaLnBrk="1" latinLnBrk="0" hangingPunct="1">
              <a:spcBef>
                <a:spcPct val="0"/>
              </a:spcBef>
              <a:buNone/>
              <a:defRPr sz="3000" b="1" kern="1200">
                <a:solidFill>
                  <a:srgbClr val="9E0D20"/>
                </a:solidFill>
                <a:latin typeface="Raleway" charset="0"/>
                <a:ea typeface="+mj-ea"/>
                <a:cs typeface="+mj-cs"/>
              </a:defRPr>
            </a:lvl1pPr>
          </a:lstStyle>
          <a:p>
            <a:r>
              <a:rPr lang="en-US" sz="4000" dirty="0"/>
              <a:t>Go-to-Market Strategy</a:t>
            </a:r>
            <a:endParaRPr lang="en-US" sz="4000" dirty="0"/>
          </a:p>
        </p:txBody>
      </p:sp>
      <p:sp>
        <p:nvSpPr>
          <p:cNvPr id="16" name="TextBox 15"/>
          <p:cNvSpPr txBox="1"/>
          <p:nvPr/>
        </p:nvSpPr>
        <p:spPr>
          <a:xfrm>
            <a:off x="1066800" y="1181259"/>
            <a:ext cx="16357600" cy="7293610"/>
          </a:xfrm>
          <a:prstGeom prst="rect">
            <a:avLst/>
          </a:prstGeom>
          <a:noFill/>
        </p:spPr>
        <p:txBody>
          <a:bodyPr wrap="square" rtlCol="0" anchor="t">
            <a:spAutoFit/>
          </a:bodyPr>
          <a:lstStyle/>
          <a:p>
            <a:pPr marL="685800" indent="-685800">
              <a:buFont typeface="Arial" panose="020B0604020202020204" pitchFamily="34" charset="0"/>
              <a:buChar char="•"/>
            </a:pPr>
            <a:r>
              <a:rPr lang="en-US" sz="3600" i="1" dirty="0"/>
              <a:t>Social Media Presence: Establish accounts on Facebook, LinkedIn, Instagram, and Twitter. Regularly post educational content, tutorials, and user testimonials.</a:t>
            </a:r>
            <a:endParaRPr lang="en-US" sz="3600" i="1" dirty="0"/>
          </a:p>
          <a:p>
            <a:pPr marL="685800" indent="-685800">
              <a:buFont typeface="Arial" panose="020B0604020202020204" pitchFamily="34" charset="0"/>
              <a:buChar char="•"/>
            </a:pPr>
            <a:endParaRPr lang="en-US" sz="3600" i="1" dirty="0"/>
          </a:p>
          <a:p>
            <a:pPr marL="685800" indent="-685800">
              <a:buFont typeface="Arial" panose="020B0604020202020204" pitchFamily="34" charset="0"/>
              <a:buChar char="•"/>
            </a:pPr>
            <a:r>
              <a:rPr lang="en-US" sz="3600" i="1" dirty="0"/>
              <a:t>Branding Video: Create a 1-2 minute video that highlights the product, showcasing its unique value of making physics learning more practical and interactive. The video should include:</a:t>
            </a:r>
            <a:endParaRPr lang="en-US" sz="3600" i="1" dirty="0"/>
          </a:p>
          <a:p>
            <a:pPr marL="685800" indent="-685800">
              <a:buFont typeface="Arial" panose="020B0604020202020204" pitchFamily="34" charset="0"/>
              <a:buChar char="•"/>
            </a:pPr>
            <a:endParaRPr lang="en-US" sz="3600" i="1" dirty="0"/>
          </a:p>
          <a:p>
            <a:pPr marL="685800" indent="-685800">
              <a:buFont typeface="Arial" panose="020B0604020202020204" pitchFamily="34" charset="0"/>
              <a:buChar char="•"/>
            </a:pPr>
            <a:r>
              <a:rPr lang="en-US" sz="3600" i="1" dirty="0"/>
              <a:t>What the simulator is</a:t>
            </a:r>
            <a:endParaRPr lang="en-US" sz="3600" i="1" dirty="0"/>
          </a:p>
          <a:p>
            <a:pPr marL="685800" indent="-685800">
              <a:buFont typeface="Arial" panose="020B0604020202020204" pitchFamily="34" charset="0"/>
              <a:buChar char="•"/>
            </a:pPr>
            <a:r>
              <a:rPr lang="en-US" sz="3600" i="1" dirty="0"/>
              <a:t>The target audience (students and educators)</a:t>
            </a:r>
            <a:endParaRPr lang="en-US" sz="3600" i="1" dirty="0"/>
          </a:p>
          <a:p>
            <a:pPr marL="685800" indent="-685800">
              <a:buFont typeface="Arial" panose="020B0604020202020204" pitchFamily="34" charset="0"/>
              <a:buChar char="•"/>
            </a:pPr>
            <a:r>
              <a:rPr lang="en-US" sz="3600" i="1" dirty="0"/>
              <a:t>Key benefits: interactive, real-time simulations, and easy-to-use interface</a:t>
            </a:r>
            <a:endParaRPr lang="en-US" sz="3600" i="1" dirty="0"/>
          </a:p>
          <a:p>
            <a:pPr marL="685800" indent="-685800">
              <a:buFont typeface="Arial" panose="020B0604020202020204" pitchFamily="34" charset="0"/>
              <a:buChar char="•"/>
            </a:pPr>
            <a:r>
              <a:rPr lang="en-US" sz="3600" i="1" dirty="0"/>
              <a:t>Positioning Statement: “Physics Equation Simulator is designed for students and educators to simplify and visualize complex physics concepts, helping bridge the gap between theory and practical application.”</a:t>
            </a:r>
            <a:endParaRPr lang="en-US" sz="3600"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10"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7411"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7412"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7415" name="TextBox 10"/>
          <p:cNvSpPr txBox="1"/>
          <p:nvPr/>
        </p:nvSpPr>
        <p:spPr>
          <a:xfrm>
            <a:off x="1066800" y="1485900"/>
            <a:ext cx="5675313" cy="508000"/>
          </a:xfrm>
          <a:prstGeom prst="rect">
            <a:avLst/>
          </a:prstGeom>
          <a:noFill/>
          <a:ln w="9525">
            <a:noFill/>
          </a:ln>
        </p:spPr>
        <p:txBody>
          <a:bodyPr lIns="91439" tIns="45719" rIns="91439" bIns="45719">
            <a:spAutoFit/>
          </a:bodyPr>
          <a:p>
            <a:pPr defTabSz="684530">
              <a:buNone/>
            </a:pPr>
            <a:r>
              <a:rPr sz="2700" b="1" dirty="0">
                <a:solidFill>
                  <a:srgbClr val="262626"/>
                </a:solidFill>
                <a:latin typeface="Montserrat" panose="00000500000000000000" charset="0"/>
                <a:ea typeface="Arial" panose="020B0604020202020204" pitchFamily="34" charset="0"/>
              </a:rPr>
              <a:t>Start-up Costs </a:t>
            </a:r>
            <a:endParaRPr sz="2700" b="1" dirty="0">
              <a:solidFill>
                <a:srgbClr val="262626"/>
              </a:solidFill>
              <a:latin typeface="Montserrat" panose="00000500000000000000" charset="0"/>
              <a:ea typeface="Arial" panose="020B0604020202020204" pitchFamily="34" charset="0"/>
            </a:endParaRPr>
          </a:p>
        </p:txBody>
      </p:sp>
      <p:sp>
        <p:nvSpPr>
          <p:cNvPr id="17418" name="Rectangle 13"/>
          <p:cNvSpPr/>
          <p:nvPr/>
        </p:nvSpPr>
        <p:spPr>
          <a:xfrm>
            <a:off x="2971800" y="266700"/>
            <a:ext cx="12725400" cy="784225"/>
          </a:xfrm>
          <a:prstGeom prst="rect">
            <a:avLst/>
          </a:prstGeom>
          <a:noFill/>
          <a:ln w="9525">
            <a:noFill/>
          </a:ln>
        </p:spPr>
        <p:txBody>
          <a:bodyPr lIns="91439" tIns="45719" rIns="91439" bIns="45719">
            <a:spAutoFit/>
          </a:bodyPr>
          <a:p>
            <a:pPr algn="ctr">
              <a:buNone/>
            </a:pPr>
            <a:r>
              <a:rPr sz="4500" dirty="0">
                <a:solidFill>
                  <a:srgbClr val="C00000"/>
                </a:solidFill>
                <a:latin typeface="Antonio Bold" panose="02000803000000000000" charset="0"/>
                <a:ea typeface="Arial" panose="020B0604020202020204" pitchFamily="34" charset="0"/>
              </a:rPr>
              <a:t>FINANCIAL PLAN</a:t>
            </a:r>
            <a:endParaRPr dirty="0">
              <a:solidFill>
                <a:srgbClr val="C00000"/>
              </a:solidFill>
              <a:latin typeface="Antonio Bold" panose="02000803000000000000" charset="0"/>
              <a:ea typeface="Arial" panose="020B0604020202020204" pitchFamily="34" charset="0"/>
            </a:endParaRPr>
          </a:p>
        </p:txBody>
      </p:sp>
      <p:pic>
        <p:nvPicPr>
          <p:cNvPr id="2" name="Picture 1"/>
          <p:cNvPicPr>
            <a:picLocks noChangeAspect="1"/>
          </p:cNvPicPr>
          <p:nvPr/>
        </p:nvPicPr>
        <p:blipFill>
          <a:blip r:embed="rId4"/>
          <a:stretch>
            <a:fillRect/>
          </a:stretch>
        </p:blipFill>
        <p:spPr>
          <a:xfrm>
            <a:off x="914400" y="2171700"/>
            <a:ext cx="7601585" cy="7156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8435"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8436"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8438" name="TextBox 6"/>
          <p:cNvSpPr txBox="1"/>
          <p:nvPr/>
        </p:nvSpPr>
        <p:spPr>
          <a:xfrm>
            <a:off x="2971800" y="266700"/>
            <a:ext cx="12801600" cy="646113"/>
          </a:xfrm>
          <a:prstGeom prst="rect">
            <a:avLst/>
          </a:prstGeom>
          <a:noFill/>
          <a:ln w="9525">
            <a:noFill/>
          </a:ln>
        </p:spPr>
        <p:txBody>
          <a:bodyPr lIns="91439" tIns="45719" rIns="91439" bIns="45719">
            <a:spAutoFit/>
          </a:bodyPr>
          <a:p>
            <a:pPr algn="ctr" defTabSz="684530">
              <a:buNone/>
            </a:pPr>
            <a:r>
              <a:rPr sz="3600" b="1" dirty="0">
                <a:solidFill>
                  <a:srgbClr val="262626"/>
                </a:solidFill>
                <a:latin typeface="Montserrat" panose="00000500000000000000" charset="0"/>
                <a:ea typeface="Arial" panose="020B0604020202020204" pitchFamily="34" charset="0"/>
              </a:rPr>
              <a:t>Forecast P&amp;L </a:t>
            </a:r>
            <a:endParaRPr sz="3600" b="1" dirty="0">
              <a:solidFill>
                <a:srgbClr val="262626"/>
              </a:solidFill>
              <a:latin typeface="Montserrat" panose="00000500000000000000" charset="0"/>
              <a:ea typeface="Arial" panose="020B0604020202020204" pitchFamily="34" charset="0"/>
            </a:endParaRPr>
          </a:p>
        </p:txBody>
      </p:sp>
      <p:pic>
        <p:nvPicPr>
          <p:cNvPr id="4" name="Picture 3"/>
          <p:cNvPicPr>
            <a:picLocks noChangeAspect="1"/>
          </p:cNvPicPr>
          <p:nvPr/>
        </p:nvPicPr>
        <p:blipFill>
          <a:blip r:embed="rId4"/>
          <a:stretch>
            <a:fillRect/>
          </a:stretch>
        </p:blipFill>
        <p:spPr>
          <a:xfrm>
            <a:off x="71120" y="2395855"/>
            <a:ext cx="18216880" cy="4619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19459"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19460"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19461" name="TextBox 10"/>
          <p:cNvSpPr txBox="1"/>
          <p:nvPr/>
        </p:nvSpPr>
        <p:spPr>
          <a:xfrm>
            <a:off x="2971800" y="190500"/>
            <a:ext cx="12801600" cy="923925"/>
          </a:xfrm>
          <a:prstGeom prst="rect">
            <a:avLst/>
          </a:prstGeom>
          <a:noFill/>
          <a:ln w="9525">
            <a:noFill/>
          </a:ln>
        </p:spPr>
        <p:txBody>
          <a:bodyPr lIns="91439" tIns="45719" rIns="91439" bIns="45719">
            <a:spAutoFit/>
          </a:bodyPr>
          <a:p>
            <a:pPr algn="ctr" defTabSz="684530">
              <a:buNone/>
            </a:pPr>
            <a:r>
              <a:rPr sz="5400" b="1" dirty="0">
                <a:solidFill>
                  <a:srgbClr val="262626"/>
                </a:solidFill>
                <a:latin typeface="Calibri" panose="020F0502020204030204" pitchFamily="34" charset="0"/>
                <a:ea typeface="Arial" panose="020B0604020202020204" pitchFamily="34" charset="0"/>
              </a:rPr>
              <a:t>Financial Projections</a:t>
            </a:r>
            <a:endParaRPr sz="5400" b="1" dirty="0">
              <a:solidFill>
                <a:srgbClr val="262626"/>
              </a:solidFill>
              <a:latin typeface="Calibri" panose="020F0502020204030204" pitchFamily="34" charset="0"/>
              <a:ea typeface="Arial" panose="020B0604020202020204" pitchFamily="34" charset="0"/>
            </a:endParaRPr>
          </a:p>
        </p:txBody>
      </p:sp>
      <p:pic>
        <p:nvPicPr>
          <p:cNvPr id="4" name="Picture 3"/>
          <p:cNvPicPr>
            <a:picLocks noChangeAspect="1"/>
          </p:cNvPicPr>
          <p:nvPr/>
        </p:nvPicPr>
        <p:blipFill>
          <a:blip r:embed="rId4"/>
          <a:stretch>
            <a:fillRect/>
          </a:stretch>
        </p:blipFill>
        <p:spPr>
          <a:xfrm>
            <a:off x="1371600" y="1353820"/>
            <a:ext cx="12837160" cy="77508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2"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20483"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20484"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6" name="Title 1"/>
          <p:cNvSpPr txBox="1"/>
          <p:nvPr/>
        </p:nvSpPr>
        <p:spPr>
          <a:xfrm>
            <a:off x="533400" y="266700"/>
            <a:ext cx="15303500" cy="730250"/>
          </a:xfrm>
          <a:prstGeom prst="rect">
            <a:avLst/>
          </a:prstGeom>
        </p:spPr>
        <p:txBody>
          <a:bodyPr lIns="91439" tIns="45719" rIns="91439" bIns="45719"/>
          <a:lstStyle/>
          <a:p>
            <a:pPr marR="0" algn="ctr" defTabSz="914400" fontAlgn="auto">
              <a:spcAft>
                <a:spcPts val="0"/>
              </a:spcAft>
              <a:buClrTx/>
              <a:buSzTx/>
              <a:buFontTx/>
              <a:buNone/>
              <a:defRPr/>
            </a:pPr>
            <a:endParaRPr kumimoji="0" lang="en-US" sz="6100" kern="1200" cap="none" spc="0" normalizeH="0" baseline="0" noProof="0" dirty="0">
              <a:latin typeface="Antonio Bold" panose="02000803000000000000"/>
              <a:ea typeface="+mj-ea"/>
              <a:cs typeface="+mj-cs"/>
            </a:endParaRPr>
          </a:p>
        </p:txBody>
      </p:sp>
      <p:sp>
        <p:nvSpPr>
          <p:cNvPr id="7" name="Rectangle 6"/>
          <p:cNvSpPr/>
          <p:nvPr/>
        </p:nvSpPr>
        <p:spPr>
          <a:xfrm>
            <a:off x="846138" y="1011238"/>
            <a:ext cx="763588" cy="84138"/>
          </a:xfrm>
          <a:prstGeom prst="rect">
            <a:avLst/>
          </a:prstGeom>
          <a:solidFill>
            <a:srgbClr val="FABE00"/>
          </a:solidFill>
          <a:ln w="12700" cap="flat" cmpd="sng" algn="ctr">
            <a:noFill/>
            <a:prstDash val="solid"/>
            <a:miter lim="800000"/>
          </a:ln>
          <a:effectLst/>
        </p:spPr>
        <p:txBody>
          <a:bodyPr lIns="91439" tIns="45719" rIns="91439" bIns="45719" rtlCol="0" anchor="ct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en-US" sz="2700" b="0" i="0" u="none" strike="noStrike" kern="0" cap="none" spc="0" normalizeH="0" baseline="0" noProof="0" dirty="0">
              <a:ln>
                <a:noFill/>
              </a:ln>
              <a:solidFill>
                <a:prstClr val="white"/>
              </a:solidFill>
              <a:effectLst/>
              <a:uLnTx/>
              <a:uFillTx/>
              <a:latin typeface="Open Sans" panose="020B0606030504020204"/>
              <a:ea typeface="+mn-ea"/>
              <a:cs typeface="+mn-cs"/>
            </a:endParaRPr>
          </a:p>
        </p:txBody>
      </p:sp>
      <p:sp>
        <p:nvSpPr>
          <p:cNvPr id="8" name="Rectangle 7"/>
          <p:cNvSpPr/>
          <p:nvPr/>
        </p:nvSpPr>
        <p:spPr>
          <a:xfrm>
            <a:off x="845802" y="1010950"/>
            <a:ext cx="763192" cy="84888"/>
          </a:xfrm>
          <a:prstGeom prst="rect">
            <a:avLst/>
          </a:prstGeom>
          <a:solidFill>
            <a:srgbClr val="FABE00"/>
          </a:solidFill>
          <a:ln w="12700" cap="flat" cmpd="sng" algn="ctr">
            <a:noFill/>
            <a:prstDash val="solid"/>
            <a:miter lim="800000"/>
          </a:ln>
          <a:effectLst/>
        </p:spPr>
        <p:txBody>
          <a:bodyPr rtlCol="0" anchor="ctr"/>
          <a:lstStyle/>
          <a:p>
            <a:pPr algn="ctr" defTabSz="1371600">
              <a:defRPr/>
            </a:pPr>
            <a:endParaRPr lang="en-US" sz="2700" kern="0" dirty="0">
              <a:solidFill>
                <a:prstClr val="white"/>
              </a:solidFill>
              <a:latin typeface="Open Sans" panose="020B0606030504020204"/>
            </a:endParaRPr>
          </a:p>
        </p:txBody>
      </p:sp>
      <p:sp>
        <p:nvSpPr>
          <p:cNvPr id="3" name="Rectangle 1"/>
          <p:cNvSpPr>
            <a:spLocks noChangeArrowheads="1"/>
          </p:cNvSpPr>
          <p:nvPr/>
        </p:nvSpPr>
        <p:spPr bwMode="auto">
          <a:xfrm>
            <a:off x="1227400" y="6608369"/>
            <a:ext cx="247806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1828800"/>
            <a:r>
              <a:rPr lang="en-US" altLang="en-US" sz="2200">
                <a:solidFill>
                  <a:srgbClr val="000000"/>
                </a:solidFill>
                <a:latin typeface="Times New Roman" panose="02020603050405020304" pitchFamily="18" charset="0"/>
                <a:cs typeface="Times New Roman" panose="02020603050405020304" pitchFamily="18" charset="0"/>
              </a:rPr>
              <a:t> </a:t>
            </a:r>
            <a:endParaRPr lang="en-US" altLang="en-US" sz="2200"/>
          </a:p>
          <a:p>
            <a:pPr defTabSz="1828800"/>
            <a:endParaRPr lang="en-US" altLang="en-US" sz="2200"/>
          </a:p>
        </p:txBody>
      </p:sp>
      <p:pic>
        <p:nvPicPr>
          <p:cNvPr id="4" name="Picture 3"/>
          <p:cNvPicPr>
            <a:picLocks noChangeAspect="1"/>
          </p:cNvPicPr>
          <p:nvPr/>
        </p:nvPicPr>
        <p:blipFill>
          <a:blip r:embed="rId4"/>
          <a:stretch>
            <a:fillRect/>
          </a:stretch>
        </p:blipFill>
        <p:spPr>
          <a:xfrm>
            <a:off x="846455" y="1455420"/>
            <a:ext cx="16532225" cy="7348220"/>
          </a:xfrm>
          <a:prstGeom prst="rect">
            <a:avLst/>
          </a:prstGeom>
        </p:spPr>
      </p:pic>
      <p:sp>
        <p:nvSpPr>
          <p:cNvPr id="5" name="Text Box 4"/>
          <p:cNvSpPr txBox="1"/>
          <p:nvPr/>
        </p:nvSpPr>
        <p:spPr>
          <a:xfrm>
            <a:off x="4572000" y="271145"/>
            <a:ext cx="10918825" cy="1014730"/>
          </a:xfrm>
          <a:prstGeom prst="rect">
            <a:avLst/>
          </a:prstGeom>
          <a:noFill/>
        </p:spPr>
        <p:txBody>
          <a:bodyPr wrap="square" rtlCol="0">
            <a:spAutoFit/>
          </a:bodyPr>
          <a:p>
            <a:r>
              <a:rPr lang="en-IN" altLang="en-US" sz="6000" b="1">
                <a:solidFill>
                  <a:srgbClr val="C00000"/>
                </a:solidFill>
              </a:rPr>
              <a:t>UNIT ECONOMICS</a:t>
            </a:r>
            <a:endParaRPr lang="en-IN" altLang="en-US" sz="6000" b="1">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7" descr="Sairam logo.JPG"/>
          <p:cNvPicPr>
            <a:picLocks noChangeAspect="1"/>
          </p:cNvPicPr>
          <p:nvPr/>
        </p:nvPicPr>
        <p:blipFill>
          <a:blip r:embed="rId1"/>
          <a:stretch>
            <a:fillRect/>
          </a:stretch>
        </p:blipFill>
        <p:spPr>
          <a:xfrm>
            <a:off x="228600" y="266700"/>
            <a:ext cx="2625725" cy="838200"/>
          </a:xfrm>
          <a:prstGeom prst="rect">
            <a:avLst/>
          </a:prstGeom>
          <a:noFill/>
          <a:ln w="9525">
            <a:noFill/>
          </a:ln>
        </p:spPr>
      </p:pic>
      <p:pic>
        <p:nvPicPr>
          <p:cNvPr id="21507" name="Picture 8" descr="Sairam innovation logo.JPG"/>
          <p:cNvPicPr>
            <a:picLocks noChangeAspect="1"/>
          </p:cNvPicPr>
          <p:nvPr/>
        </p:nvPicPr>
        <p:blipFill>
          <a:blip r:embed="rId2"/>
          <a:stretch>
            <a:fillRect/>
          </a:stretch>
        </p:blipFill>
        <p:spPr>
          <a:xfrm>
            <a:off x="15849600" y="266700"/>
            <a:ext cx="2132013" cy="838200"/>
          </a:xfrm>
          <a:prstGeom prst="rect">
            <a:avLst/>
          </a:prstGeom>
          <a:noFill/>
          <a:ln w="9525">
            <a:noFill/>
          </a:ln>
        </p:spPr>
      </p:pic>
      <p:pic>
        <p:nvPicPr>
          <p:cNvPr id="21508" name="Picture 9" descr="Chairman sir logo.JPG"/>
          <p:cNvPicPr>
            <a:picLocks noChangeAspect="1"/>
          </p:cNvPicPr>
          <p:nvPr/>
        </p:nvPicPr>
        <p:blipFill>
          <a:blip r:embed="rId3"/>
          <a:stretch>
            <a:fillRect/>
          </a:stretch>
        </p:blipFill>
        <p:spPr>
          <a:xfrm>
            <a:off x="17068800" y="9182100"/>
            <a:ext cx="876300" cy="887413"/>
          </a:xfrm>
          <a:prstGeom prst="rect">
            <a:avLst/>
          </a:prstGeom>
          <a:noFill/>
          <a:ln w="9525">
            <a:noFill/>
          </a:ln>
        </p:spPr>
      </p:pic>
      <p:sp>
        <p:nvSpPr>
          <p:cNvPr id="21511" name="Title 1"/>
          <p:cNvSpPr txBox="1"/>
          <p:nvPr/>
        </p:nvSpPr>
        <p:spPr>
          <a:xfrm>
            <a:off x="2895600" y="266700"/>
            <a:ext cx="12801600" cy="914400"/>
          </a:xfrm>
          <a:prstGeom prst="rect">
            <a:avLst/>
          </a:prstGeom>
          <a:noFill/>
          <a:ln w="9525">
            <a:noFill/>
          </a:ln>
        </p:spPr>
        <p:txBody>
          <a:bodyPr lIns="182877" tIns="91439" rIns="182877" bIns="91439"/>
          <a:p>
            <a:pPr algn="ctr" defTabSz="914400">
              <a:buNone/>
            </a:pPr>
            <a:r>
              <a:rPr sz="6100" b="1" dirty="0">
                <a:latin typeface="Antonio Bold" panose="02000803000000000000" charset="0"/>
                <a:ea typeface="Arial" panose="020B0604020202020204" pitchFamily="34" charset="0"/>
              </a:rPr>
              <a:t>Funding</a:t>
            </a:r>
            <a:r>
              <a:rPr sz="6100" b="1" dirty="0">
                <a:solidFill>
                  <a:srgbClr val="C00000"/>
                </a:solidFill>
                <a:latin typeface="Antonio Bold" panose="02000803000000000000" charset="0"/>
                <a:ea typeface="Arial" panose="020B0604020202020204" pitchFamily="34" charset="0"/>
              </a:rPr>
              <a:t> </a:t>
            </a:r>
            <a:r>
              <a:rPr sz="6100" b="1" dirty="0">
                <a:latin typeface="Antonio Bold" panose="02000803000000000000" charset="0"/>
                <a:ea typeface="Arial" panose="020B0604020202020204" pitchFamily="34" charset="0"/>
              </a:rPr>
              <a:t>Plan</a:t>
            </a:r>
            <a:r>
              <a:rPr sz="6100" b="1" dirty="0">
                <a:solidFill>
                  <a:srgbClr val="C00000"/>
                </a:solidFill>
                <a:latin typeface="Antonio Bold" panose="02000803000000000000" charset="0"/>
                <a:ea typeface="Arial" panose="020B0604020202020204" pitchFamily="34" charset="0"/>
              </a:rPr>
              <a:t> </a:t>
            </a:r>
            <a:endParaRPr sz="6100" b="1" dirty="0">
              <a:solidFill>
                <a:srgbClr val="C00000"/>
              </a:solidFill>
              <a:latin typeface="Antonio Bold" panose="02000803000000000000" charset="0"/>
              <a:ea typeface="Arial" panose="020B0604020202020204" pitchFamily="34" charset="0"/>
            </a:endParaRPr>
          </a:p>
        </p:txBody>
      </p:sp>
      <p:sp>
        <p:nvSpPr>
          <p:cNvPr id="2" name="TextBox 5"/>
          <p:cNvSpPr txBox="1"/>
          <p:nvPr/>
        </p:nvSpPr>
        <p:spPr>
          <a:xfrm>
            <a:off x="898525" y="3238500"/>
            <a:ext cx="7791450" cy="5906770"/>
          </a:xfrm>
          <a:prstGeom prst="rect">
            <a:avLst/>
          </a:prstGeom>
          <a:noFill/>
          <a:ln>
            <a:solidFill>
              <a:schemeClr val="bg2">
                <a:lumMod val="50000"/>
              </a:schemeClr>
            </a:solidFill>
          </a:ln>
        </p:spPr>
        <p:txBody>
          <a:bodyPr wrap="square" lIns="91439" tIns="45719" rIns="91439" bIns="45719" rtlCol="0">
            <a:spAutoFit/>
          </a:bodyPr>
          <a:p>
            <a:pPr marR="0" defTabSz="914400" fontAlgn="auto">
              <a:spcBef>
                <a:spcPts val="0"/>
              </a:spcBef>
              <a:spcAft>
                <a:spcPts val="0"/>
              </a:spcAft>
              <a:buClrTx/>
              <a:buSzTx/>
              <a:buFontTx/>
              <a:buNone/>
              <a:defRPr/>
            </a:pPr>
            <a:r>
              <a:rPr kumimoji="0" lang="en-IN" sz="2700" b="1" kern="1200" cap="none" spc="0" normalizeH="0" baseline="0" noProof="0" dirty="0">
                <a:latin typeface="+mn-lt"/>
                <a:ea typeface="+mn-ea"/>
                <a:cs typeface="+mn-cs"/>
              </a:rPr>
              <a:t>How much funds required to reach to the next level of the venture?</a:t>
            </a:r>
            <a:endParaRPr kumimoji="0" lang="en-IN" sz="2700" b="1"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IN" sz="2700" kern="1200" cap="none" spc="0" normalizeH="0" baseline="0" noProof="0" dirty="0">
                <a:latin typeface="+mn-lt"/>
                <a:ea typeface="+mn-ea"/>
                <a:cs typeface="+mn-cs"/>
              </a:rPr>
              <a:t>3,00,000</a:t>
            </a: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r>
              <a:rPr kumimoji="0" lang="en-IN" sz="2700" b="1" kern="1200" cap="none" spc="0" normalizeH="0" baseline="0" noProof="0" dirty="0">
                <a:latin typeface="+mn-lt"/>
                <a:ea typeface="+mn-ea"/>
                <a:cs typeface="+mn-cs"/>
              </a:rPr>
              <a:t>How much have been bootstrapped? If not, why ?</a:t>
            </a:r>
            <a:endParaRPr kumimoji="0" lang="en-IN"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IN" sz="2700" kern="1200" cap="none" spc="0" normalizeH="0" baseline="0" noProof="0" dirty="0">
                <a:latin typeface="+mn-lt"/>
                <a:ea typeface="+mn-ea"/>
                <a:cs typeface="+mn-cs"/>
              </a:rPr>
              <a:t>1,000,not much since the state the start up is at early research phase</a:t>
            </a:r>
            <a:endParaRPr kumimoji="0" lang="en-IN"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r>
              <a:rPr kumimoji="0" lang="en-IN" sz="2700" b="1" kern="1200" cap="none" spc="0" normalizeH="0" baseline="0" noProof="0" dirty="0">
                <a:latin typeface="+mn-lt"/>
                <a:ea typeface="+mn-ea"/>
                <a:cs typeface="+mn-cs"/>
              </a:rPr>
              <a:t>How much can be bootstrapped?</a:t>
            </a:r>
            <a:endParaRPr kumimoji="0" lang="en-IN" sz="2700" b="1"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IN" sz="2700" kern="1200" cap="none" spc="0" normalizeH="0" baseline="0" noProof="0" dirty="0">
                <a:latin typeface="+mn-lt"/>
                <a:ea typeface="+mn-ea"/>
                <a:cs typeface="+mn-cs"/>
              </a:rPr>
              <a:t>12,000</a:t>
            </a: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r>
              <a:rPr kumimoji="0" lang="en-IN" sz="2700" b="1" kern="1200" cap="none" spc="0" normalizeH="0" baseline="0" noProof="0" dirty="0">
                <a:latin typeface="+mn-lt"/>
                <a:ea typeface="+mn-ea"/>
                <a:cs typeface="+mn-cs"/>
              </a:rPr>
              <a:t>How much external funding required? If not, why?</a:t>
            </a:r>
            <a:endParaRPr kumimoji="0" lang="en-IN" sz="2700" b="1"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IN" sz="2700" kern="1200" cap="none" spc="0" normalizeH="0" baseline="0" noProof="0" dirty="0">
                <a:latin typeface="+mn-lt"/>
                <a:ea typeface="+mn-ea"/>
                <a:cs typeface="+mn-cs"/>
              </a:rPr>
              <a:t>12,00,000</a:t>
            </a:r>
            <a:endParaRPr kumimoji="0" lang="en-IN" sz="2700" kern="1200" cap="none" spc="0" normalizeH="0" baseline="0" noProof="0" dirty="0">
              <a:latin typeface="+mn-lt"/>
              <a:ea typeface="+mn-ea"/>
              <a:cs typeface="+mn-cs"/>
            </a:endParaRPr>
          </a:p>
          <a:p>
            <a:pPr marR="0" defTabSz="914400" fontAlgn="auto">
              <a:spcBef>
                <a:spcPts val="0"/>
              </a:spcBef>
              <a:spcAft>
                <a:spcPts val="0"/>
              </a:spcAft>
              <a:buClrTx/>
              <a:buSzTx/>
              <a:buFontTx/>
              <a:buNone/>
              <a:defRPr/>
            </a:pPr>
            <a:endParaRPr kumimoji="0" lang="en-IN" sz="2700" kern="1200" cap="none" spc="0" normalizeH="0" baseline="0" noProof="0" dirty="0">
              <a:latin typeface="+mn-lt"/>
              <a:ea typeface="+mn-ea"/>
              <a:cs typeface="+mn-cs"/>
            </a:endParaRPr>
          </a:p>
        </p:txBody>
      </p:sp>
      <p:sp>
        <p:nvSpPr>
          <p:cNvPr id="4" name="TextBox 6"/>
          <p:cNvSpPr txBox="1"/>
          <p:nvPr/>
        </p:nvSpPr>
        <p:spPr>
          <a:xfrm>
            <a:off x="9601200" y="3159125"/>
            <a:ext cx="7791450" cy="5906770"/>
          </a:xfrm>
          <a:prstGeom prst="rect">
            <a:avLst/>
          </a:prstGeom>
          <a:noFill/>
          <a:ln>
            <a:solidFill>
              <a:schemeClr val="bg2">
                <a:lumMod val="50000"/>
              </a:schemeClr>
            </a:solidFill>
          </a:ln>
        </p:spPr>
        <p:txBody>
          <a:bodyPr wrap="square" lIns="91439" tIns="45719" rIns="91439" bIns="45719" rtlCol="0">
            <a:spAutoFit/>
          </a:bodyPr>
          <a:p>
            <a:pPr marR="0" defTabSz="914400" fontAlgn="auto">
              <a:spcBef>
                <a:spcPts val="0"/>
              </a:spcBef>
              <a:spcAft>
                <a:spcPts val="0"/>
              </a:spcAft>
              <a:buClrTx/>
              <a:buSzTx/>
              <a:buFontTx/>
              <a:buNone/>
              <a:defRPr/>
            </a:pPr>
            <a:r>
              <a:rPr kumimoji="0" lang="en-IN" sz="2700" b="1" kern="1200" cap="none" spc="0" normalizeH="0" baseline="0" noProof="0" dirty="0">
                <a:latin typeface="+mn-lt"/>
                <a:ea typeface="+mn-ea"/>
                <a:cs typeface="+mn-cs"/>
              </a:rPr>
              <a:t>Funds utilization strategy (Details)</a:t>
            </a:r>
            <a:endParaRPr kumimoji="0" lang="en-IN" sz="2700" b="1"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Software &amp; Licenses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Cloud Computing</a:t>
            </a:r>
            <a:r>
              <a:rPr kumimoji="0" lang="en-IN" altLang="en-US" sz="2700" kern="1200" cap="none" spc="0" normalizeH="0" baseline="0" noProof="0" dirty="0">
                <a:latin typeface="+mn-lt"/>
                <a:ea typeface="+mn-ea"/>
                <a:cs typeface="+mn-cs"/>
              </a:rPr>
              <a:t>,</a:t>
            </a:r>
            <a:r>
              <a:rPr kumimoji="0" lang="en-US" altLang="en-US" sz="2700" kern="1200" cap="none" spc="0" normalizeH="0" baseline="0" noProof="0" dirty="0">
                <a:latin typeface="+mn-lt"/>
                <a:ea typeface="+mn-ea"/>
                <a:cs typeface="+mn-cs"/>
              </a:rPr>
              <a:t>GPU Resources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Bug Fixes &amp; Optimization</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Building an Intuitive UI </a:t>
            </a:r>
            <a:r>
              <a:rPr kumimoji="0" lang="en-IN" altLang="en-US" sz="2700" kern="1200" cap="none" spc="0" normalizeH="0" baseline="0" noProof="0" dirty="0">
                <a:latin typeface="+mn-lt"/>
                <a:ea typeface="+mn-ea"/>
                <a:cs typeface="+mn-cs"/>
              </a:rPr>
              <a:t>	</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Support for Different Devices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Documentation &amp; Tutorials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Social Media &amp; Outreach</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Partnerships &amp; Collaborations – Universities, research institutions, or ed-tech companies.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Customer Support</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One-Time License Fee</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r>
              <a:rPr kumimoji="0" lang="en-US" altLang="en-US" sz="2700" kern="1200" cap="none" spc="0" normalizeH="0" baseline="0" noProof="0" dirty="0">
                <a:latin typeface="+mn-lt"/>
                <a:ea typeface="+mn-ea"/>
                <a:cs typeface="+mn-cs"/>
              </a:rPr>
              <a:t>Ads &amp; Sponsorships</a:t>
            </a:r>
            <a:endParaRPr kumimoji="0" lang="en-US" altLang="en-US" sz="2700" kern="1200" cap="none" spc="0" normalizeH="0" baseline="0" noProof="0" dirty="0">
              <a:latin typeface="+mn-lt"/>
              <a:ea typeface="+mn-ea"/>
              <a:cs typeface="+mn-cs"/>
            </a:endParaRPr>
          </a:p>
          <a:p>
            <a:pPr marL="428625" marR="0" indent="-428625" defTabSz="914400" fontAlgn="auto">
              <a:spcBef>
                <a:spcPts val="0"/>
              </a:spcBef>
              <a:spcAft>
                <a:spcPts val="0"/>
              </a:spcAft>
              <a:buClrTx/>
              <a:buSzTx/>
              <a:buFont typeface="Arial" panose="020B0604020202020204" pitchFamily="34" charset="0"/>
              <a:buChar char="•"/>
              <a:defRPr/>
            </a:pPr>
            <a:endParaRPr kumimoji="0" lang="en-IN" sz="2700" kern="1200" cap="none" spc="0" normalizeH="0" baseline="0" noProof="0" dirty="0">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Box 6"/>
          <p:cNvSpPr txBox="1"/>
          <p:nvPr/>
        </p:nvSpPr>
        <p:spPr>
          <a:xfrm>
            <a:off x="3581400" y="3898900"/>
            <a:ext cx="11353800" cy="1924050"/>
          </a:xfrm>
          <a:prstGeom prst="rect">
            <a:avLst/>
          </a:prstGeom>
          <a:noFill/>
          <a:ln w="9525">
            <a:noFill/>
          </a:ln>
        </p:spPr>
        <p:txBody>
          <a:bodyPr lIns="0" tIns="0" rIns="0" bIns="0">
            <a:spAutoFit/>
          </a:bodyPr>
          <a:p>
            <a:pPr algn="ctr">
              <a:lnSpc>
                <a:spcPts val="15000"/>
              </a:lnSpc>
              <a:buNone/>
            </a:pPr>
            <a:r>
              <a:rPr sz="15000" dirty="0">
                <a:latin typeface="Agrandir Wide Black Bold"/>
                <a:ea typeface="Arial" panose="020B0604020202020204" pitchFamily="34" charset="0"/>
              </a:rPr>
              <a:t>Thank You!</a:t>
            </a:r>
            <a:endParaRPr sz="15000" dirty="0">
              <a:latin typeface="Agrandir Wide Black Bold"/>
              <a:ea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12031</Words>
  <Application>WPS Presentation</Application>
  <PresentationFormat>Custom</PresentationFormat>
  <Paragraphs>654</Paragraphs>
  <Slides>20</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20</vt:i4>
      </vt:variant>
    </vt:vector>
  </HeadingPairs>
  <TitlesOfParts>
    <vt:vector size="50" baseType="lpstr">
      <vt:lpstr>Arial</vt:lpstr>
      <vt:lpstr>SimSun</vt:lpstr>
      <vt:lpstr>Wingdings</vt:lpstr>
      <vt:lpstr>Calibri</vt:lpstr>
      <vt:lpstr>Cambria</vt:lpstr>
      <vt:lpstr>Bell MT</vt:lpstr>
      <vt:lpstr>Calibri</vt:lpstr>
      <vt:lpstr>Gill Sans</vt:lpstr>
      <vt:lpstr>Arial</vt:lpstr>
      <vt:lpstr>Avenir</vt:lpstr>
      <vt:lpstr>Segoe Print</vt:lpstr>
      <vt:lpstr>Verdana</vt:lpstr>
      <vt:lpstr>Open Sans</vt:lpstr>
      <vt:lpstr>Verdana</vt:lpstr>
      <vt:lpstr>Montserrat</vt:lpstr>
      <vt:lpstr>Lexend Deca</vt:lpstr>
      <vt:lpstr>charter</vt:lpstr>
      <vt:lpstr>Times New Roman</vt:lpstr>
      <vt:lpstr>Microsoft YaHei</vt:lpstr>
      <vt:lpstr>Arial Unicode MS</vt:lpstr>
      <vt:lpstr>Raleway</vt:lpstr>
      <vt:lpstr>Mangal</vt:lpstr>
      <vt:lpstr>Raleway</vt:lpstr>
      <vt:lpstr>Antonio Bold</vt:lpstr>
      <vt:lpstr>Antonio Bold</vt:lpstr>
      <vt:lpstr>Open Sans</vt:lpstr>
      <vt:lpstr>Times New Roman</vt:lpstr>
      <vt:lpstr>Agrandir Wide Black Bold</vt:lpstr>
      <vt:lpstr>Gill Sans MT</vt:lpstr>
      <vt:lpstr>Office Theme</vt:lpstr>
      <vt:lpstr>PowerPoint 演示文稿</vt:lpstr>
      <vt:lpstr>JUSTIFICATION FOR SUSTAINABLE DEVELOPMENT GOAL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Next-Gen 2021: Global Program Overview Editable Deck</dc:title>
  <dc:creator>R.Sujatha</dc:creator>
  <cp:lastModifiedBy>harish</cp:lastModifiedBy>
  <cp:revision>268</cp:revision>
  <dcterms:created xsi:type="dcterms:W3CDTF">2006-08-16T00:00:00Z</dcterms:created>
  <dcterms:modified xsi:type="dcterms:W3CDTF">2025-05-18T17:18:08Z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899945236B1B4104B3706CF738BE5976_13</vt:lpwstr>
  </property>
  <property fmtid="{D5CDD505-2E9C-101B-9397-08002B2CF9AE}" pid="3" name="KSOProductBuildVer">
    <vt:lpwstr>1033-12.2.0.21179</vt:lpwstr>
  </property>
</Properties>
</file>